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62" r:id="rId4"/>
    <p:sldId id="259" r:id="rId5"/>
    <p:sldId id="261" r:id="rId6"/>
    <p:sldId id="266" r:id="rId7"/>
    <p:sldId id="263" r:id="rId8"/>
    <p:sldId id="265" r:id="rId9"/>
    <p:sldId id="267" r:id="rId10"/>
    <p:sldId id="269" r:id="rId11"/>
    <p:sldId id="264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00C68-E57C-FA45-8EB0-D00100A01459}" v="699" dt="2026-04-20T19:26:26.693"/>
    <p1510:client id="{6C55BD59-5AA0-6424-7D3A-900727A17C69}" v="1205" dt="2026-04-21T01:34:06.978"/>
    <p1510:client id="{E989EC39-3778-D194-0B23-D572BC86F0E9}" v="18" dt="2026-04-21T01:02:03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Garcia" userId="S::u6060670@umail.utah.edu::7ea280b6-37b7-41c6-b186-c8bde23c8cd2" providerId="AD" clId="Web-{E989EC39-3778-D194-0B23-D572BC86F0E9}"/>
    <pc:docChg chg="modSld">
      <pc:chgData name="Clara Garcia" userId="S::u6060670@umail.utah.edu::7ea280b6-37b7-41c6-b186-c8bde23c8cd2" providerId="AD" clId="Web-{E989EC39-3778-D194-0B23-D572BC86F0E9}" dt="2026-04-21T01:02:03.702" v="17"/>
      <pc:docMkLst>
        <pc:docMk/>
      </pc:docMkLst>
      <pc:sldChg chg="modSp">
        <pc:chgData name="Clara Garcia" userId="S::u6060670@umail.utah.edu::7ea280b6-37b7-41c6-b186-c8bde23c8cd2" providerId="AD" clId="Web-{E989EC39-3778-D194-0B23-D572BC86F0E9}" dt="2026-04-21T01:02:03.702" v="17"/>
        <pc:sldMkLst>
          <pc:docMk/>
          <pc:sldMk cId="2190872305" sldId="261"/>
        </pc:sldMkLst>
        <pc:picChg chg="mod">
          <ac:chgData name="Clara Garcia" userId="S::u6060670@umail.utah.edu::7ea280b6-37b7-41c6-b186-c8bde23c8cd2" providerId="AD" clId="Web-{E989EC39-3778-D194-0B23-D572BC86F0E9}" dt="2026-04-21T01:02:03.702" v="17"/>
          <ac:picMkLst>
            <pc:docMk/>
            <pc:sldMk cId="2190872305" sldId="261"/>
            <ac:picMk id="4" creationId="{D38AF396-A777-08A2-7B03-17DB3676699D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57.609" v="15"/>
          <ac:picMkLst>
            <pc:docMk/>
            <pc:sldMk cId="2190872305" sldId="261"/>
            <ac:picMk id="5" creationId="{82946FA2-04D1-5F1C-AFC6-681C9B360B79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2:00.734" v="16"/>
          <ac:picMkLst>
            <pc:docMk/>
            <pc:sldMk cId="2190872305" sldId="261"/>
            <ac:picMk id="6" creationId="{B9D85A83-5BB0-FAA7-46DB-7DBF87EB5146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1:01:38.999" v="10"/>
        <pc:sldMkLst>
          <pc:docMk/>
          <pc:sldMk cId="4143235189" sldId="263"/>
        </pc:sldMkLst>
        <pc:picChg chg="mod">
          <ac:chgData name="Clara Garcia" userId="S::u6060670@umail.utah.edu::7ea280b6-37b7-41c6-b186-c8bde23c8cd2" providerId="AD" clId="Web-{E989EC39-3778-D194-0B23-D572BC86F0E9}" dt="2026-04-21T01:01:38.999" v="10"/>
          <ac:picMkLst>
            <pc:docMk/>
            <pc:sldMk cId="4143235189" sldId="263"/>
            <ac:picMk id="4" creationId="{984D3082-A0B5-ED87-5523-A10E99D115AE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35.905" v="9"/>
          <ac:picMkLst>
            <pc:docMk/>
            <pc:sldMk cId="4143235189" sldId="263"/>
            <ac:picMk id="6" creationId="{80D82330-2090-D6AF-9568-666C74251432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0:58:40.587" v="3"/>
        <pc:sldMkLst>
          <pc:docMk/>
          <pc:sldMk cId="756771909" sldId="264"/>
        </pc:sldMkLst>
        <pc:picChg chg="mod">
          <ac:chgData name="Clara Garcia" userId="S::u6060670@umail.utah.edu::7ea280b6-37b7-41c6-b186-c8bde23c8cd2" providerId="AD" clId="Web-{E989EC39-3778-D194-0B23-D572BC86F0E9}" dt="2026-04-21T00:58:40.587" v="3"/>
          <ac:picMkLst>
            <pc:docMk/>
            <pc:sldMk cId="756771909" sldId="264"/>
            <ac:picMk id="9" creationId="{048D062D-277D-8210-67B2-43D8E34E66C3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1:01:25.046" v="7"/>
        <pc:sldMkLst>
          <pc:docMk/>
          <pc:sldMk cId="2356455587" sldId="265"/>
        </pc:sldMkLst>
        <pc:picChg chg="mod">
          <ac:chgData name="Clara Garcia" userId="S::u6060670@umail.utah.edu::7ea280b6-37b7-41c6-b186-c8bde23c8cd2" providerId="AD" clId="Web-{E989EC39-3778-D194-0B23-D572BC86F0E9}" dt="2026-04-21T01:01:22.858" v="6"/>
          <ac:picMkLst>
            <pc:docMk/>
            <pc:sldMk cId="2356455587" sldId="265"/>
            <ac:picMk id="3" creationId="{611B6D4C-BE5D-CA06-F576-C96BC9A9FC89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25.046" v="7"/>
          <ac:picMkLst>
            <pc:docMk/>
            <pc:sldMk cId="2356455587" sldId="265"/>
            <ac:picMk id="4" creationId="{B9866AAD-3259-56D9-DB4A-3D2E21053EEA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1:01:52.062" v="14"/>
        <pc:sldMkLst>
          <pc:docMk/>
          <pc:sldMk cId="928689834" sldId="266"/>
        </pc:sldMkLst>
        <pc:picChg chg="mod">
          <ac:chgData name="Clara Garcia" userId="S::u6060670@umail.utah.edu::7ea280b6-37b7-41c6-b186-c8bde23c8cd2" providerId="AD" clId="Web-{E989EC39-3778-D194-0B23-D572BC86F0E9}" dt="2026-04-21T01:01:52.062" v="14"/>
          <ac:picMkLst>
            <pc:docMk/>
            <pc:sldMk cId="928689834" sldId="266"/>
            <ac:picMk id="3" creationId="{2449531B-D376-07F6-7645-5FA89B3161A8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43.827" v="11"/>
          <ac:picMkLst>
            <pc:docMk/>
            <pc:sldMk cId="928689834" sldId="266"/>
            <ac:picMk id="4" creationId="{EAA17975-A013-557B-38B2-E65C56209E6B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46.530" v="12"/>
          <ac:picMkLst>
            <pc:docMk/>
            <pc:sldMk cId="928689834" sldId="266"/>
            <ac:picMk id="5" creationId="{2BCC9E36-6D8B-188C-609C-1EC718214F58}"/>
          </ac:picMkLst>
        </pc:picChg>
        <pc:picChg chg="mod">
          <ac:chgData name="Clara Garcia" userId="S::u6060670@umail.utah.edu::7ea280b6-37b7-41c6-b186-c8bde23c8cd2" providerId="AD" clId="Web-{E989EC39-3778-D194-0B23-D572BC86F0E9}" dt="2026-04-21T01:01:49.265" v="13"/>
          <ac:picMkLst>
            <pc:docMk/>
            <pc:sldMk cId="928689834" sldId="266"/>
            <ac:picMk id="6" creationId="{6BFEAED9-412B-9934-3533-BFFD196E208C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1:01:31.640" v="8"/>
        <pc:sldMkLst>
          <pc:docMk/>
          <pc:sldMk cId="1039228966" sldId="267"/>
        </pc:sldMkLst>
        <pc:picChg chg="mod">
          <ac:chgData name="Clara Garcia" userId="S::u6060670@umail.utah.edu::7ea280b6-37b7-41c6-b186-c8bde23c8cd2" providerId="AD" clId="Web-{E989EC39-3778-D194-0B23-D572BC86F0E9}" dt="2026-04-21T01:01:31.640" v="8"/>
          <ac:picMkLst>
            <pc:docMk/>
            <pc:sldMk cId="1039228966" sldId="267"/>
            <ac:picMk id="4" creationId="{EE41DC45-AE76-7F26-B257-EA135BAF5208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0:58:46.540" v="4"/>
        <pc:sldMkLst>
          <pc:docMk/>
          <pc:sldMk cId="2960985296" sldId="268"/>
        </pc:sldMkLst>
        <pc:picChg chg="mod">
          <ac:chgData name="Clara Garcia" userId="S::u6060670@umail.utah.edu::7ea280b6-37b7-41c6-b186-c8bde23c8cd2" providerId="AD" clId="Web-{E989EC39-3778-D194-0B23-D572BC86F0E9}" dt="2026-04-21T00:58:46.540" v="4"/>
          <ac:picMkLst>
            <pc:docMk/>
            <pc:sldMk cId="2960985296" sldId="268"/>
            <ac:picMk id="4098" creationId="{C531B7F7-8A92-E43A-9FCD-57792594B51D}"/>
          </ac:picMkLst>
        </pc:picChg>
      </pc:sldChg>
      <pc:sldChg chg="modSp">
        <pc:chgData name="Clara Garcia" userId="S::u6060670@umail.utah.edu::7ea280b6-37b7-41c6-b186-c8bde23c8cd2" providerId="AD" clId="Web-{E989EC39-3778-D194-0B23-D572BC86F0E9}" dt="2026-04-21T00:58:21.321" v="0"/>
        <pc:sldMkLst>
          <pc:docMk/>
          <pc:sldMk cId="3199567099" sldId="269"/>
        </pc:sldMkLst>
        <pc:picChg chg="mod">
          <ac:chgData name="Clara Garcia" userId="S::u6060670@umail.utah.edu::7ea280b6-37b7-41c6-b186-c8bde23c8cd2" providerId="AD" clId="Web-{E989EC39-3778-D194-0B23-D572BC86F0E9}" dt="2026-04-21T00:58:21.321" v="0"/>
          <ac:picMkLst>
            <pc:docMk/>
            <pc:sldMk cId="3199567099" sldId="269"/>
            <ac:picMk id="4" creationId="{D2B784A1-6D01-F3AE-BA12-334B350A8271}"/>
          </ac:picMkLst>
        </pc:picChg>
      </pc:sldChg>
    </pc:docChg>
  </pc:docChgLst>
  <pc:docChgLst>
    <pc:chgData name="LINDSEY MCGUIRE" userId="S::u1204515@umail.utah.edu::c34c4a49-b2c7-42e4-b4ae-1d13a25d38c9" providerId="AD" clId="Web-{6C55BD59-5AA0-6424-7D3A-900727A17C69}"/>
    <pc:docChg chg="addSld delSld modSld sldOrd">
      <pc:chgData name="LINDSEY MCGUIRE" userId="S::u1204515@umail.utah.edu::c34c4a49-b2c7-42e4-b4ae-1d13a25d38c9" providerId="AD" clId="Web-{6C55BD59-5AA0-6424-7D3A-900727A17C69}" dt="2026-04-21T01:34:06.978" v="701" actId="1076"/>
      <pc:docMkLst>
        <pc:docMk/>
      </pc:docMkLst>
      <pc:sldChg chg="ord">
        <pc:chgData name="LINDSEY MCGUIRE" userId="S::u1204515@umail.utah.edu::c34c4a49-b2c7-42e4-b4ae-1d13a25d38c9" providerId="AD" clId="Web-{6C55BD59-5AA0-6424-7D3A-900727A17C69}" dt="2026-04-21T01:20:16.334" v="114"/>
        <pc:sldMkLst>
          <pc:docMk/>
          <pc:sldMk cId="4126294457" sldId="260"/>
        </pc:sldMkLst>
      </pc:sldChg>
      <pc:sldChg chg="modSp">
        <pc:chgData name="LINDSEY MCGUIRE" userId="S::u1204515@umail.utah.edu::c34c4a49-b2c7-42e4-b4ae-1d13a25d38c9" providerId="AD" clId="Web-{6C55BD59-5AA0-6424-7D3A-900727A17C69}" dt="2026-04-21T01:21:27.224" v="116" actId="20577"/>
        <pc:sldMkLst>
          <pc:docMk/>
          <pc:sldMk cId="3190609448" sldId="262"/>
        </pc:sldMkLst>
        <pc:spChg chg="mod">
          <ac:chgData name="LINDSEY MCGUIRE" userId="S::u1204515@umail.utah.edu::c34c4a49-b2c7-42e4-b4ae-1d13a25d38c9" providerId="AD" clId="Web-{6C55BD59-5AA0-6424-7D3A-900727A17C69}" dt="2026-04-21T01:21:27.224" v="116" actId="20577"/>
          <ac:spMkLst>
            <pc:docMk/>
            <pc:sldMk cId="3190609448" sldId="262"/>
            <ac:spMk id="4" creationId="{FE79A899-D146-ABCA-17F9-B0A849EBD2E5}"/>
          </ac:spMkLst>
        </pc:spChg>
      </pc:sldChg>
      <pc:sldChg chg="modSp ord">
        <pc:chgData name="LINDSEY MCGUIRE" userId="S::u1204515@umail.utah.edu::c34c4a49-b2c7-42e4-b4ae-1d13a25d38c9" providerId="AD" clId="Web-{6C55BD59-5AA0-6424-7D3A-900727A17C69}" dt="2026-04-21T01:21:45.568" v="124" actId="20577"/>
        <pc:sldMkLst>
          <pc:docMk/>
          <pc:sldMk cId="4143235189" sldId="263"/>
        </pc:sldMkLst>
        <pc:spChg chg="mod">
          <ac:chgData name="LINDSEY MCGUIRE" userId="S::u1204515@umail.utah.edu::c34c4a49-b2c7-42e4-b4ae-1d13a25d38c9" providerId="AD" clId="Web-{6C55BD59-5AA0-6424-7D3A-900727A17C69}" dt="2026-04-21T01:21:45.568" v="124" actId="20577"/>
          <ac:spMkLst>
            <pc:docMk/>
            <pc:sldMk cId="4143235189" sldId="263"/>
            <ac:spMk id="10" creationId="{0ADBAD89-6D3B-5AEA-9E69-4CFD8F0CF651}"/>
          </ac:spMkLst>
        </pc:spChg>
      </pc:sldChg>
      <pc:sldChg chg="addSp modSp ord">
        <pc:chgData name="LINDSEY MCGUIRE" userId="S::u1204515@umail.utah.edu::c34c4a49-b2c7-42e4-b4ae-1d13a25d38c9" providerId="AD" clId="Web-{6C55BD59-5AA0-6424-7D3A-900727A17C69}" dt="2026-04-21T01:34:06.978" v="701" actId="1076"/>
        <pc:sldMkLst>
          <pc:docMk/>
          <pc:sldMk cId="2356455587" sldId="265"/>
        </pc:sldMkLst>
        <pc:spChg chg="mod">
          <ac:chgData name="LINDSEY MCGUIRE" userId="S::u1204515@umail.utah.edu::c34c4a49-b2c7-42e4-b4ae-1d13a25d38c9" providerId="AD" clId="Web-{6C55BD59-5AA0-6424-7D3A-900727A17C69}" dt="2026-04-21T01:33:55.493" v="697" actId="1076"/>
          <ac:spMkLst>
            <pc:docMk/>
            <pc:sldMk cId="2356455587" sldId="265"/>
            <ac:spMk id="2" creationId="{607F778C-1131-8A2B-402D-25B353D3B2AD}"/>
          </ac:spMkLst>
        </pc:spChg>
        <pc:spChg chg="add mod">
          <ac:chgData name="LINDSEY MCGUIRE" userId="S::u1204515@umail.utah.edu::c34c4a49-b2c7-42e4-b4ae-1d13a25d38c9" providerId="AD" clId="Web-{6C55BD59-5AA0-6424-7D3A-900727A17C69}" dt="2026-04-21T01:34:06.978" v="701" actId="1076"/>
          <ac:spMkLst>
            <pc:docMk/>
            <pc:sldMk cId="2356455587" sldId="265"/>
            <ac:spMk id="5" creationId="{FC23ACD0-D559-5E8F-42B4-44D4C6D3A379}"/>
          </ac:spMkLst>
        </pc:spChg>
        <pc:picChg chg="mod">
          <ac:chgData name="LINDSEY MCGUIRE" userId="S::u1204515@umail.utah.edu::c34c4a49-b2c7-42e4-b4ae-1d13a25d38c9" providerId="AD" clId="Web-{6C55BD59-5AA0-6424-7D3A-900727A17C69}" dt="2026-04-21T01:33:58.134" v="698" actId="1076"/>
          <ac:picMkLst>
            <pc:docMk/>
            <pc:sldMk cId="2356455587" sldId="265"/>
            <ac:picMk id="3" creationId="{611B6D4C-BE5D-CA06-F576-C96BC9A9FC89}"/>
          </ac:picMkLst>
        </pc:picChg>
        <pc:picChg chg="mod">
          <ac:chgData name="LINDSEY MCGUIRE" userId="S::u1204515@umail.utah.edu::c34c4a49-b2c7-42e4-b4ae-1d13a25d38c9" providerId="AD" clId="Web-{6C55BD59-5AA0-6424-7D3A-900727A17C69}" dt="2026-04-21T01:34:01.743" v="700" actId="1076"/>
          <ac:picMkLst>
            <pc:docMk/>
            <pc:sldMk cId="2356455587" sldId="265"/>
            <ac:picMk id="4" creationId="{B9866AAD-3259-56D9-DB4A-3D2E21053EEA}"/>
          </ac:picMkLst>
        </pc:picChg>
      </pc:sldChg>
      <pc:sldChg chg="modSp new del">
        <pc:chgData name="LINDSEY MCGUIRE" userId="S::u1204515@umail.utah.edu::c34c4a49-b2c7-42e4-b4ae-1d13a25d38c9" providerId="AD" clId="Web-{6C55BD59-5AA0-6424-7D3A-900727A17C69}" dt="2026-04-21T01:26:28.429" v="302"/>
        <pc:sldMkLst>
          <pc:docMk/>
          <pc:sldMk cId="2923219368" sldId="270"/>
        </pc:sldMkLst>
        <pc:spChg chg="mod">
          <ac:chgData name="LINDSEY MCGUIRE" userId="S::u1204515@umail.utah.edu::c34c4a49-b2c7-42e4-b4ae-1d13a25d38c9" providerId="AD" clId="Web-{6C55BD59-5AA0-6424-7D3A-900727A17C69}" dt="2026-04-21T01:26:28.054" v="301" actId="20577"/>
          <ac:spMkLst>
            <pc:docMk/>
            <pc:sldMk cId="2923219368" sldId="270"/>
            <ac:spMk id="2" creationId="{68A59F2C-F1B4-E067-E5FB-603587B82608}"/>
          </ac:spMkLst>
        </pc:spChg>
      </pc:sldChg>
    </pc:docChg>
  </pc:docChgLst>
  <pc:docChgLst>
    <pc:chgData name="Kim Lanaghen" userId="a7090a3b-5b8b-47c3-b991-e9080f4560c3" providerId="ADAL" clId="{4E5BB680-6634-5FFF-B81C-A7D8AB1DC153}"/>
    <pc:docChg chg="undo custSel addSld delSld modSld">
      <pc:chgData name="Kim Lanaghen" userId="a7090a3b-5b8b-47c3-b991-e9080f4560c3" providerId="ADAL" clId="{4E5BB680-6634-5FFF-B81C-A7D8AB1DC153}" dt="2026-04-20T19:28:46.496" v="2418" actId="1076"/>
      <pc:docMkLst>
        <pc:docMk/>
      </pc:docMkLst>
      <pc:sldChg chg="delSp delDesignElem">
        <pc:chgData name="Kim Lanaghen" userId="a7090a3b-5b8b-47c3-b991-e9080f4560c3" providerId="ADAL" clId="{4E5BB680-6634-5FFF-B81C-A7D8AB1DC153}" dt="2026-04-20T01:33:22.261" v="1538"/>
        <pc:sldMkLst>
          <pc:docMk/>
          <pc:sldMk cId="201980500" sldId="256"/>
        </pc:sldMkLst>
        <pc:spChg chg="del">
          <ac:chgData name="Kim Lanaghen" userId="a7090a3b-5b8b-47c3-b991-e9080f4560c3" providerId="ADAL" clId="{4E5BB680-6634-5FFF-B81C-A7D8AB1DC153}" dt="2026-04-20T01:33:22.261" v="1538"/>
          <ac:spMkLst>
            <pc:docMk/>
            <pc:sldMk cId="201980500" sldId="256"/>
            <ac:spMk id="11" creationId="{D1BA7680-B1FB-4B6B-2155-45DD5D6C4CF8}"/>
          </ac:spMkLst>
        </pc:spChg>
        <pc:spChg chg="del">
          <ac:chgData name="Kim Lanaghen" userId="a7090a3b-5b8b-47c3-b991-e9080f4560c3" providerId="ADAL" clId="{4E5BB680-6634-5FFF-B81C-A7D8AB1DC153}" dt="2026-04-20T01:33:22.261" v="1538"/>
          <ac:spMkLst>
            <pc:docMk/>
            <pc:sldMk cId="201980500" sldId="256"/>
            <ac:spMk id="13" creationId="{A9CCD9CD-49AE-3D3E-923B-81ECD3FBF75F}"/>
          </ac:spMkLst>
        </pc:spChg>
      </pc:sldChg>
      <pc:sldChg chg="addSp delSp modSp mod setBg delDesignElem">
        <pc:chgData name="Kim Lanaghen" userId="a7090a3b-5b8b-47c3-b991-e9080f4560c3" providerId="ADAL" clId="{4E5BB680-6634-5FFF-B81C-A7D8AB1DC153}" dt="2026-04-20T01:33:22.261" v="1538"/>
        <pc:sldMkLst>
          <pc:docMk/>
          <pc:sldMk cId="1799649885" sldId="257"/>
        </pc:sldMkLst>
        <pc:spChg chg="mod">
          <ac:chgData name="Kim Lanaghen" userId="a7090a3b-5b8b-47c3-b991-e9080f4560c3" providerId="ADAL" clId="{4E5BB680-6634-5FFF-B81C-A7D8AB1DC153}" dt="2026-04-19T23:54:13.830" v="606" actId="26606"/>
          <ac:spMkLst>
            <pc:docMk/>
            <pc:sldMk cId="1799649885" sldId="257"/>
            <ac:spMk id="2" creationId="{8DAA133F-3309-3B1C-F9E9-1ABDA4605764}"/>
          </ac:spMkLst>
        </pc:spChg>
        <pc:spChg chg="add mod">
          <ac:chgData name="Kim Lanaghen" userId="a7090a3b-5b8b-47c3-b991-e9080f4560c3" providerId="ADAL" clId="{4E5BB680-6634-5FFF-B81C-A7D8AB1DC153}" dt="2026-04-19T23:54:13.830" v="606" actId="26606"/>
          <ac:spMkLst>
            <pc:docMk/>
            <pc:sldMk cId="1799649885" sldId="257"/>
            <ac:spMk id="5" creationId="{650A2085-FFFA-30B3-DF6F-69922C4FE52A}"/>
          </ac:spMkLst>
        </pc:spChg>
        <pc:spChg chg="add del">
          <ac:chgData name="Kim Lanaghen" userId="a7090a3b-5b8b-47c3-b991-e9080f4560c3" providerId="ADAL" clId="{4E5BB680-6634-5FFF-B81C-A7D8AB1DC153}" dt="2026-04-20T01:33:22.261" v="1538"/>
          <ac:spMkLst>
            <pc:docMk/>
            <pc:sldMk cId="1799649885" sldId="257"/>
            <ac:spMk id="11" creationId="{5E8D3B17-7638-DFD3-18E4-8A6D611749CF}"/>
          </ac:spMkLst>
        </pc:spChg>
        <pc:picChg chg="add">
          <ac:chgData name="Kim Lanaghen" userId="a7090a3b-5b8b-47c3-b991-e9080f4560c3" providerId="ADAL" clId="{4E5BB680-6634-5FFF-B81C-A7D8AB1DC153}" dt="2026-04-19T23:54:13.830" v="606" actId="26606"/>
          <ac:picMkLst>
            <pc:docMk/>
            <pc:sldMk cId="1799649885" sldId="257"/>
            <ac:picMk id="7" creationId="{3D379527-DE5D-41AD-6ADF-4C5DEEA78B8D}"/>
          </ac:picMkLst>
        </pc:picChg>
      </pc:sldChg>
      <pc:sldChg chg="addSp delSp modSp new mod setBg delDesignElem">
        <pc:chgData name="Kim Lanaghen" userId="a7090a3b-5b8b-47c3-b991-e9080f4560c3" providerId="ADAL" clId="{4E5BB680-6634-5FFF-B81C-A7D8AB1DC153}" dt="2026-04-20T01:33:22.261" v="1538"/>
        <pc:sldMkLst>
          <pc:docMk/>
          <pc:sldMk cId="3510348642" sldId="259"/>
        </pc:sldMkLst>
        <pc:spChg chg="mod">
          <ac:chgData name="Kim Lanaghen" userId="a7090a3b-5b8b-47c3-b991-e9080f4560c3" providerId="ADAL" clId="{4E5BB680-6634-5FFF-B81C-A7D8AB1DC153}" dt="2026-04-20T00:19:37.320" v="756" actId="26606"/>
          <ac:spMkLst>
            <pc:docMk/>
            <pc:sldMk cId="3510348642" sldId="259"/>
            <ac:spMk id="2" creationId="{F911DACE-FBFE-EBB9-722C-38BF60B2035B}"/>
          </ac:spMkLst>
        </pc:spChg>
        <pc:spChg chg="del mod">
          <ac:chgData name="Kim Lanaghen" userId="a7090a3b-5b8b-47c3-b991-e9080f4560c3" providerId="ADAL" clId="{4E5BB680-6634-5FFF-B81C-A7D8AB1DC153}" dt="2026-04-20T00:02:20.175" v="745"/>
          <ac:spMkLst>
            <pc:docMk/>
            <pc:sldMk cId="3510348642" sldId="259"/>
            <ac:spMk id="3" creationId="{6ECA8BE7-EBA0-6AD2-0A1B-FFCDDD94384B}"/>
          </ac:spMkLst>
        </pc:spChg>
        <pc:spChg chg="add del mod">
          <ac:chgData name="Kim Lanaghen" userId="a7090a3b-5b8b-47c3-b991-e9080f4560c3" providerId="ADAL" clId="{4E5BB680-6634-5FFF-B81C-A7D8AB1DC153}" dt="2026-04-20T00:02:27.061" v="746" actId="26606"/>
          <ac:spMkLst>
            <pc:docMk/>
            <pc:sldMk cId="3510348642" sldId="259"/>
            <ac:spMk id="6" creationId="{724692AA-FFFB-985A-EE8D-308567121A16}"/>
          </ac:spMkLst>
        </pc:spChg>
        <pc:spChg chg="add del">
          <ac:chgData name="Kim Lanaghen" userId="a7090a3b-5b8b-47c3-b991-e9080f4560c3" providerId="ADAL" clId="{4E5BB680-6634-5FFF-B81C-A7D8AB1DC153}" dt="2026-04-20T00:19:37.357" v="757" actId="26606"/>
          <ac:spMkLst>
            <pc:docMk/>
            <pc:sldMk cId="3510348642" sldId="259"/>
            <ac:spMk id="12" creationId="{600DC1B0-7E1A-BD02-3F93-19E6B1B75075}"/>
          </ac:spMkLst>
        </pc:spChg>
        <pc:spChg chg="add del">
          <ac:chgData name="Kim Lanaghen" userId="a7090a3b-5b8b-47c3-b991-e9080f4560c3" providerId="ADAL" clId="{4E5BB680-6634-5FFF-B81C-A7D8AB1DC153}" dt="2026-04-20T00:05:29.105" v="752" actId="26606"/>
          <ac:spMkLst>
            <pc:docMk/>
            <pc:sldMk cId="3510348642" sldId="259"/>
            <ac:spMk id="17" creationId="{715B9334-3E03-4CA7-3616-4D3C9DC2C7DE}"/>
          </ac:spMkLst>
        </pc:spChg>
        <pc:spChg chg="add del">
          <ac:chgData name="Kim Lanaghen" userId="a7090a3b-5b8b-47c3-b991-e9080f4560c3" providerId="ADAL" clId="{4E5BB680-6634-5FFF-B81C-A7D8AB1DC153}" dt="2026-04-20T00:19:30.256" v="754" actId="26606"/>
          <ac:spMkLst>
            <pc:docMk/>
            <pc:sldMk cId="3510348642" sldId="259"/>
            <ac:spMk id="19" creationId="{600DC1B0-7E1A-BD02-3F93-19E6B1B75075}"/>
          </ac:spMkLst>
        </pc:spChg>
        <pc:spChg chg="add del">
          <ac:chgData name="Kim Lanaghen" userId="a7090a3b-5b8b-47c3-b991-e9080f4560c3" providerId="ADAL" clId="{4E5BB680-6634-5FFF-B81C-A7D8AB1DC153}" dt="2026-04-20T00:19:37.320" v="756" actId="26606"/>
          <ac:spMkLst>
            <pc:docMk/>
            <pc:sldMk cId="3510348642" sldId="259"/>
            <ac:spMk id="21" creationId="{07298112-E571-A160-E3B0-4FC5E3D19112}"/>
          </ac:spMkLst>
        </pc:spChg>
        <pc:spChg chg="add del">
          <ac:chgData name="Kim Lanaghen" userId="a7090a3b-5b8b-47c3-b991-e9080f4560c3" providerId="ADAL" clId="{4E5BB680-6634-5FFF-B81C-A7D8AB1DC153}" dt="2026-04-20T01:33:22.261" v="1538"/>
          <ac:spMkLst>
            <pc:docMk/>
            <pc:sldMk cId="3510348642" sldId="259"/>
            <ac:spMk id="23" creationId="{600DC1B0-7E1A-BD02-3F93-19E6B1B75075}"/>
          </ac:spMkLst>
        </pc:spChg>
        <pc:graphicFrameChg chg="add mod modGraphic">
          <ac:chgData name="Kim Lanaghen" userId="a7090a3b-5b8b-47c3-b991-e9080f4560c3" providerId="ADAL" clId="{4E5BB680-6634-5FFF-B81C-A7D8AB1DC153}" dt="2026-04-20T00:20:22.834" v="765" actId="255"/>
          <ac:graphicFrameMkLst>
            <pc:docMk/>
            <pc:sldMk cId="3510348642" sldId="259"/>
            <ac:graphicFrameMk id="8" creationId="{741080C4-E94F-3A45-96FA-031BB4342A83}"/>
          </ac:graphicFrameMkLst>
        </pc:graphicFrameChg>
      </pc:sldChg>
      <pc:sldChg chg="addSp delSp modSp new mod setBg">
        <pc:chgData name="Kim Lanaghen" userId="a7090a3b-5b8b-47c3-b991-e9080f4560c3" providerId="ADAL" clId="{4E5BB680-6634-5FFF-B81C-A7D8AB1DC153}" dt="2026-04-20T19:06:26.975" v="2033" actId="14100"/>
        <pc:sldMkLst>
          <pc:docMk/>
          <pc:sldMk cId="4126294457" sldId="260"/>
        </pc:sldMkLst>
        <pc:spChg chg="mod">
          <ac:chgData name="Kim Lanaghen" userId="a7090a3b-5b8b-47c3-b991-e9080f4560c3" providerId="ADAL" clId="{4E5BB680-6634-5FFF-B81C-A7D8AB1DC153}" dt="2026-04-20T19:06:10.846" v="2030" actId="26606"/>
          <ac:spMkLst>
            <pc:docMk/>
            <pc:sldMk cId="4126294457" sldId="260"/>
            <ac:spMk id="2" creationId="{C67E2D12-431A-5FB4-5FB7-1682100C819C}"/>
          </ac:spMkLst>
        </pc:spChg>
        <pc:spChg chg="mod">
          <ac:chgData name="Kim Lanaghen" userId="a7090a3b-5b8b-47c3-b991-e9080f4560c3" providerId="ADAL" clId="{4E5BB680-6634-5FFF-B81C-A7D8AB1DC153}" dt="2026-04-20T19:06:10.846" v="2030" actId="26606"/>
          <ac:spMkLst>
            <pc:docMk/>
            <pc:sldMk cId="4126294457" sldId="260"/>
            <ac:spMk id="3" creationId="{72D2EB5B-0A47-8FC9-7542-2A3E2D483564}"/>
          </ac:spMkLst>
        </pc:spChg>
        <pc:spChg chg="add del mod">
          <ac:chgData name="Kim Lanaghen" userId="a7090a3b-5b8b-47c3-b991-e9080f4560c3" providerId="ADAL" clId="{4E5BB680-6634-5FFF-B81C-A7D8AB1DC153}" dt="2026-04-20T19:06:13.838" v="2032"/>
          <ac:spMkLst>
            <pc:docMk/>
            <pc:sldMk cId="4126294457" sldId="260"/>
            <ac:spMk id="4" creationId="{FA375A78-2011-552A-DDD7-1D83A1B69909}"/>
          </ac:spMkLst>
        </pc:spChg>
        <pc:spChg chg="add mod">
          <ac:chgData name="Kim Lanaghen" userId="a7090a3b-5b8b-47c3-b991-e9080f4560c3" providerId="ADAL" clId="{4E5BB680-6634-5FFF-B81C-A7D8AB1DC153}" dt="2026-04-20T19:06:10.846" v="2030" actId="26606"/>
          <ac:spMkLst>
            <pc:docMk/>
            <pc:sldMk cId="4126294457" sldId="260"/>
            <ac:spMk id="7" creationId="{069672EF-1386-E84A-0CA5-5C491081E35F}"/>
          </ac:spMkLst>
        </pc:spChg>
        <pc:spChg chg="add">
          <ac:chgData name="Kim Lanaghen" userId="a7090a3b-5b8b-47c3-b991-e9080f4560c3" providerId="ADAL" clId="{4E5BB680-6634-5FFF-B81C-A7D8AB1DC153}" dt="2026-04-20T19:06:10.846" v="2030" actId="26606"/>
          <ac:spMkLst>
            <pc:docMk/>
            <pc:sldMk cId="4126294457" sldId="260"/>
            <ac:spMk id="12" creationId="{92CC1E4F-F1F0-B945-BE50-C72A7103E8AC}"/>
          </ac:spMkLst>
        </pc:spChg>
        <pc:picChg chg="add mod ord">
          <ac:chgData name="Kim Lanaghen" userId="a7090a3b-5b8b-47c3-b991-e9080f4560c3" providerId="ADAL" clId="{4E5BB680-6634-5FFF-B81C-A7D8AB1DC153}" dt="2026-04-20T19:06:26.975" v="2033" actId="14100"/>
          <ac:picMkLst>
            <pc:docMk/>
            <pc:sldMk cId="4126294457" sldId="260"/>
            <ac:picMk id="6" creationId="{D42C017B-DC9D-0DDC-2DFD-622A239E181F}"/>
          </ac:picMkLst>
        </pc:picChg>
      </pc:sldChg>
      <pc:sldChg chg="addSp delSp modSp new mod setBg delDesignElem">
        <pc:chgData name="Kim Lanaghen" userId="a7090a3b-5b8b-47c3-b991-e9080f4560c3" providerId="ADAL" clId="{4E5BB680-6634-5FFF-B81C-A7D8AB1DC153}" dt="2026-04-20T01:34:18.476" v="1554"/>
        <pc:sldMkLst>
          <pc:docMk/>
          <pc:sldMk cId="2190872305" sldId="261"/>
        </pc:sldMkLst>
        <pc:spChg chg="mod">
          <ac:chgData name="Kim Lanaghen" userId="a7090a3b-5b8b-47c3-b991-e9080f4560c3" providerId="ADAL" clId="{4E5BB680-6634-5FFF-B81C-A7D8AB1DC153}" dt="2026-04-20T00:25:22.329" v="835" actId="26606"/>
          <ac:spMkLst>
            <pc:docMk/>
            <pc:sldMk cId="2190872305" sldId="261"/>
            <ac:spMk id="2" creationId="{C8825A97-5FF3-0DEB-BDA7-435B97273572}"/>
          </ac:spMkLst>
        </pc:spChg>
        <pc:spChg chg="add mod ord">
          <ac:chgData name="Kim Lanaghen" userId="a7090a3b-5b8b-47c3-b991-e9080f4560c3" providerId="ADAL" clId="{4E5BB680-6634-5FFF-B81C-A7D8AB1DC153}" dt="2026-04-20T00:25:22.329" v="835" actId="26606"/>
          <ac:spMkLst>
            <pc:docMk/>
            <pc:sldMk cId="2190872305" sldId="261"/>
            <ac:spMk id="14" creationId="{488D2F06-8CE7-46A4-54F5-EA68EB7C83C6}"/>
          </ac:spMkLst>
        </pc:spChg>
        <pc:spChg chg="add del">
          <ac:chgData name="Kim Lanaghen" userId="a7090a3b-5b8b-47c3-b991-e9080f4560c3" providerId="ADAL" clId="{4E5BB680-6634-5FFF-B81C-A7D8AB1DC153}" dt="2026-04-20T00:22:24.876" v="768" actId="26606"/>
          <ac:spMkLst>
            <pc:docMk/>
            <pc:sldMk cId="2190872305" sldId="261"/>
            <ac:spMk id="19" creationId="{F6E37E9F-0D7B-3A32-831F-F60BBD6B9BBF}"/>
          </ac:spMkLst>
        </pc:spChg>
        <pc:spChg chg="add del">
          <ac:chgData name="Kim Lanaghen" userId="a7090a3b-5b8b-47c3-b991-e9080f4560c3" providerId="ADAL" clId="{4E5BB680-6634-5FFF-B81C-A7D8AB1DC153}" dt="2026-04-20T01:33:22.261" v="1538"/>
          <ac:spMkLst>
            <pc:docMk/>
            <pc:sldMk cId="2190872305" sldId="261"/>
            <ac:spMk id="24" creationId="{1904B055-668E-876B-88D5-BF2211C5593E}"/>
          </ac:spMkLst>
        </pc:spChg>
        <pc:spChg chg="add del">
          <ac:chgData name="Kim Lanaghen" userId="a7090a3b-5b8b-47c3-b991-e9080f4560c3" providerId="ADAL" clId="{4E5BB680-6634-5FFF-B81C-A7D8AB1DC153}" dt="2026-04-20T00:25:22.329" v="835" actId="26606"/>
          <ac:spMkLst>
            <pc:docMk/>
            <pc:sldMk cId="2190872305" sldId="261"/>
            <ac:spMk id="29" creationId="{0C744167-8255-D026-44F2-6A190F3CF0DF}"/>
          </ac:spMkLst>
        </pc:spChg>
        <pc:picChg chg="add mod ord">
          <ac:chgData name="Kim Lanaghen" userId="a7090a3b-5b8b-47c3-b991-e9080f4560c3" providerId="ADAL" clId="{4E5BB680-6634-5FFF-B81C-A7D8AB1DC153}" dt="2026-04-20T00:25:22.329" v="835" actId="26606"/>
          <ac:picMkLst>
            <pc:docMk/>
            <pc:sldMk cId="2190872305" sldId="261"/>
            <ac:picMk id="4" creationId="{D38AF396-A777-08A2-7B03-17DB3676699D}"/>
          </ac:picMkLst>
        </pc:picChg>
        <pc:picChg chg="add mod">
          <ac:chgData name="Kim Lanaghen" userId="a7090a3b-5b8b-47c3-b991-e9080f4560c3" providerId="ADAL" clId="{4E5BB680-6634-5FFF-B81C-A7D8AB1DC153}" dt="2026-04-20T00:25:22.329" v="835" actId="26606"/>
          <ac:picMkLst>
            <pc:docMk/>
            <pc:sldMk cId="2190872305" sldId="261"/>
            <ac:picMk id="5" creationId="{82946FA2-04D1-5F1C-AFC6-681C9B360B79}"/>
          </ac:picMkLst>
        </pc:picChg>
        <pc:picChg chg="add mod ord">
          <ac:chgData name="Kim Lanaghen" userId="a7090a3b-5b8b-47c3-b991-e9080f4560c3" providerId="ADAL" clId="{4E5BB680-6634-5FFF-B81C-A7D8AB1DC153}" dt="2026-04-20T00:25:22.329" v="835" actId="26606"/>
          <ac:picMkLst>
            <pc:docMk/>
            <pc:sldMk cId="2190872305" sldId="261"/>
            <ac:picMk id="6" creationId="{B9D85A83-5BB0-FAA7-46DB-7DBF87EB5146}"/>
          </ac:picMkLst>
        </pc:picChg>
        <pc:picChg chg="add mod">
          <ac:chgData name="Kim Lanaghen" userId="a7090a3b-5b8b-47c3-b991-e9080f4560c3" providerId="ADAL" clId="{4E5BB680-6634-5FFF-B81C-A7D8AB1DC153}" dt="2026-04-20T00:25:22.329" v="835" actId="26606"/>
          <ac:picMkLst>
            <pc:docMk/>
            <pc:sldMk cId="2190872305" sldId="261"/>
            <ac:picMk id="7" creationId="{B6C1C22E-BEF9-BF45-F4E9-1C4390C1A9FF}"/>
          </ac:picMkLst>
        </pc:picChg>
      </pc:sldChg>
      <pc:sldChg chg="addSp delSp modSp new mod setBg modAnim">
        <pc:chgData name="Kim Lanaghen" userId="a7090a3b-5b8b-47c3-b991-e9080f4560c3" providerId="ADAL" clId="{4E5BB680-6634-5FFF-B81C-A7D8AB1DC153}" dt="2026-04-20T01:35:16.686" v="1559"/>
        <pc:sldMkLst>
          <pc:docMk/>
          <pc:sldMk cId="3190609448" sldId="262"/>
        </pc:sldMkLst>
        <pc:spChg chg="mod">
          <ac:chgData name="Kim Lanaghen" userId="a7090a3b-5b8b-47c3-b991-e9080f4560c3" providerId="ADAL" clId="{4E5BB680-6634-5FFF-B81C-A7D8AB1DC153}" dt="2026-04-20T01:33:24.983" v="1540"/>
          <ac:spMkLst>
            <pc:docMk/>
            <pc:sldMk cId="3190609448" sldId="262"/>
            <ac:spMk id="2" creationId="{3E7BEA62-1B68-E147-4683-67E6DCCE1A33}"/>
          </ac:spMkLst>
        </pc:spChg>
        <pc:spChg chg="mod">
          <ac:chgData name="Kim Lanaghen" userId="a7090a3b-5b8b-47c3-b991-e9080f4560c3" providerId="ADAL" clId="{4E5BB680-6634-5FFF-B81C-A7D8AB1DC153}" dt="2026-04-20T01:34:44.703" v="1555" actId="115"/>
          <ac:spMkLst>
            <pc:docMk/>
            <pc:sldMk cId="3190609448" sldId="262"/>
            <ac:spMk id="3" creationId="{B83289EB-B72D-8457-CC86-A9D53106D8D8}"/>
          </ac:spMkLst>
        </pc:spChg>
        <pc:spChg chg="mod">
          <ac:chgData name="Kim Lanaghen" userId="a7090a3b-5b8b-47c3-b991-e9080f4560c3" providerId="ADAL" clId="{4E5BB680-6634-5FFF-B81C-A7D8AB1DC153}" dt="2026-04-20T01:33:24.983" v="1540"/>
          <ac:spMkLst>
            <pc:docMk/>
            <pc:sldMk cId="3190609448" sldId="262"/>
            <ac:spMk id="4" creationId="{FE79A899-D146-ABCA-17F9-B0A849EBD2E5}"/>
          </ac:spMkLst>
        </pc:spChg>
        <pc:spChg chg="mod">
          <ac:chgData name="Kim Lanaghen" userId="a7090a3b-5b8b-47c3-b991-e9080f4560c3" providerId="ADAL" clId="{4E5BB680-6634-5FFF-B81C-A7D8AB1DC153}" dt="2026-04-20T01:34:47.750" v="1556" actId="115"/>
          <ac:spMkLst>
            <pc:docMk/>
            <pc:sldMk cId="3190609448" sldId="262"/>
            <ac:spMk id="5" creationId="{AA76E234-D146-81DA-8566-45A144B3F292}"/>
          </ac:spMkLst>
        </pc:spChg>
        <pc:spChg chg="mod">
          <ac:chgData name="Kim Lanaghen" userId="a7090a3b-5b8b-47c3-b991-e9080f4560c3" providerId="ADAL" clId="{4E5BB680-6634-5FFF-B81C-A7D8AB1DC153}" dt="2026-04-19T23:59:52.004" v="736" actId="5793"/>
          <ac:spMkLst>
            <pc:docMk/>
            <pc:sldMk cId="3190609448" sldId="262"/>
            <ac:spMk id="6" creationId="{71C43877-CF2F-B275-9A72-BA829E1C6C73}"/>
          </ac:spMkLst>
        </pc:spChg>
        <pc:spChg chg="add del mod">
          <ac:chgData name="Kim Lanaghen" userId="a7090a3b-5b8b-47c3-b991-e9080f4560c3" providerId="ADAL" clId="{4E5BB680-6634-5FFF-B81C-A7D8AB1DC153}" dt="2026-04-20T00:01:48.693" v="744" actId="478"/>
          <ac:spMkLst>
            <pc:docMk/>
            <pc:sldMk cId="3190609448" sldId="262"/>
            <ac:spMk id="9" creationId="{54C17FB4-AD2D-AE1D-ED60-E5521B907630}"/>
          </ac:spMkLst>
        </pc:spChg>
        <pc:picChg chg="add del mod">
          <ac:chgData name="Kim Lanaghen" userId="a7090a3b-5b8b-47c3-b991-e9080f4560c3" providerId="ADAL" clId="{4E5BB680-6634-5FFF-B81C-A7D8AB1DC153}" dt="2026-04-20T00:01:48.693" v="744" actId="478"/>
          <ac:picMkLst>
            <pc:docMk/>
            <pc:sldMk cId="3190609448" sldId="262"/>
            <ac:picMk id="8" creationId="{3494C206-028E-5B87-CFEF-B1F89D621DDE}"/>
          </ac:picMkLst>
        </pc:picChg>
      </pc:sldChg>
      <pc:sldChg chg="addSp delSp modSp new mod setBg delDesignElem">
        <pc:chgData name="Kim Lanaghen" userId="a7090a3b-5b8b-47c3-b991-e9080f4560c3" providerId="ADAL" clId="{4E5BB680-6634-5FFF-B81C-A7D8AB1DC153}" dt="2026-04-20T01:33:22.261" v="1538"/>
        <pc:sldMkLst>
          <pc:docMk/>
          <pc:sldMk cId="4143235189" sldId="263"/>
        </pc:sldMkLst>
        <pc:spChg chg="mod">
          <ac:chgData name="Kim Lanaghen" userId="a7090a3b-5b8b-47c3-b991-e9080f4560c3" providerId="ADAL" clId="{4E5BB680-6634-5FFF-B81C-A7D8AB1DC153}" dt="2026-04-20T01:27:48.946" v="1202" actId="1076"/>
          <ac:spMkLst>
            <pc:docMk/>
            <pc:sldMk cId="4143235189" sldId="263"/>
            <ac:spMk id="2" creationId="{DB54FFAB-6150-F4AB-FCD6-E6CCA9AB42A6}"/>
          </ac:spMkLst>
        </pc:spChg>
        <pc:spChg chg="del">
          <ac:chgData name="Kim Lanaghen" userId="a7090a3b-5b8b-47c3-b991-e9080f4560c3" providerId="ADAL" clId="{4E5BB680-6634-5FFF-B81C-A7D8AB1DC153}" dt="2026-04-20T00:24:24.581" v="831"/>
          <ac:spMkLst>
            <pc:docMk/>
            <pc:sldMk cId="4143235189" sldId="263"/>
            <ac:spMk id="3" creationId="{427F7DD1-6676-E992-8521-04E9683C5A5F}"/>
          </ac:spMkLst>
        </pc:spChg>
        <pc:spChg chg="add mod">
          <ac:chgData name="Kim Lanaghen" userId="a7090a3b-5b8b-47c3-b991-e9080f4560c3" providerId="ADAL" clId="{4E5BB680-6634-5FFF-B81C-A7D8AB1DC153}" dt="2026-04-20T01:27:45.232" v="1201" actId="1076"/>
          <ac:spMkLst>
            <pc:docMk/>
            <pc:sldMk cId="4143235189" sldId="263"/>
            <ac:spMk id="10" creationId="{0ADBAD89-6D3B-5AEA-9E69-4CFD8F0CF651}"/>
          </ac:spMkLst>
        </pc:spChg>
        <pc:spChg chg="add del">
          <ac:chgData name="Kim Lanaghen" userId="a7090a3b-5b8b-47c3-b991-e9080f4560c3" providerId="ADAL" clId="{4E5BB680-6634-5FFF-B81C-A7D8AB1DC153}" dt="2026-04-20T01:25:18.222" v="1075" actId="26606"/>
          <ac:spMkLst>
            <pc:docMk/>
            <pc:sldMk cId="4143235189" sldId="263"/>
            <ac:spMk id="13" creationId="{A5A14613-C96C-F5FD-0593-24D7C0DA4997}"/>
          </ac:spMkLst>
        </pc:spChg>
        <pc:spChg chg="add del">
          <ac:chgData name="Kim Lanaghen" userId="a7090a3b-5b8b-47c3-b991-e9080f4560c3" providerId="ADAL" clId="{4E5BB680-6634-5FFF-B81C-A7D8AB1DC153}" dt="2026-04-20T01:33:22.261" v="1538"/>
          <ac:spMkLst>
            <pc:docMk/>
            <pc:sldMk cId="4143235189" sldId="263"/>
            <ac:spMk id="18" creationId="{F6E37E9F-0D7B-3A32-831F-F60BBD6B9BBF}"/>
          </ac:spMkLst>
        </pc:spChg>
        <pc:picChg chg="add mod ord">
          <ac:chgData name="Kim Lanaghen" userId="a7090a3b-5b8b-47c3-b991-e9080f4560c3" providerId="ADAL" clId="{4E5BB680-6634-5FFF-B81C-A7D8AB1DC153}" dt="2026-04-20T01:25:54.360" v="1082" actId="14100"/>
          <ac:picMkLst>
            <pc:docMk/>
            <pc:sldMk cId="4143235189" sldId="263"/>
            <ac:picMk id="4" creationId="{984D3082-A0B5-ED87-5523-A10E99D115AE}"/>
          </ac:picMkLst>
        </pc:picChg>
        <pc:picChg chg="add">
          <ac:chgData name="Kim Lanaghen" userId="a7090a3b-5b8b-47c3-b991-e9080f4560c3" providerId="ADAL" clId="{4E5BB680-6634-5FFF-B81C-A7D8AB1DC153}" dt="2026-04-20T00:25:48.643" v="837"/>
          <ac:picMkLst>
            <pc:docMk/>
            <pc:sldMk cId="4143235189" sldId="263"/>
            <ac:picMk id="5" creationId="{50C7F4B3-49E1-1469-376F-087B4FF49CF6}"/>
          </ac:picMkLst>
        </pc:picChg>
        <pc:picChg chg="add mod">
          <ac:chgData name="Kim Lanaghen" userId="a7090a3b-5b8b-47c3-b991-e9080f4560c3" providerId="ADAL" clId="{4E5BB680-6634-5FFF-B81C-A7D8AB1DC153}" dt="2026-04-20T01:25:47.627" v="1079" actId="1076"/>
          <ac:picMkLst>
            <pc:docMk/>
            <pc:sldMk cId="4143235189" sldId="263"/>
            <ac:picMk id="6" creationId="{80D82330-2090-D6AF-9568-666C74251432}"/>
          </ac:picMkLst>
        </pc:picChg>
      </pc:sldChg>
      <pc:sldChg chg="addSp delSp modSp new mod setBg delDesignElem">
        <pc:chgData name="Kim Lanaghen" userId="a7090a3b-5b8b-47c3-b991-e9080f4560c3" providerId="ADAL" clId="{4E5BB680-6634-5FFF-B81C-A7D8AB1DC153}" dt="2026-04-20T01:33:22.261" v="1538"/>
        <pc:sldMkLst>
          <pc:docMk/>
          <pc:sldMk cId="756771909" sldId="264"/>
        </pc:sldMkLst>
        <pc:spChg chg="mod">
          <ac:chgData name="Kim Lanaghen" userId="a7090a3b-5b8b-47c3-b991-e9080f4560c3" providerId="ADAL" clId="{4E5BB680-6634-5FFF-B81C-A7D8AB1DC153}" dt="2026-04-20T01:30:02.297" v="1510" actId="26606"/>
          <ac:spMkLst>
            <pc:docMk/>
            <pc:sldMk cId="756771909" sldId="264"/>
            <ac:spMk id="2" creationId="{76FE38CA-6C67-68C3-78A2-5CB7570E924B}"/>
          </ac:spMkLst>
        </pc:spChg>
        <pc:spChg chg="del">
          <ac:chgData name="Kim Lanaghen" userId="a7090a3b-5b8b-47c3-b991-e9080f4560c3" providerId="ADAL" clId="{4E5BB680-6634-5FFF-B81C-A7D8AB1DC153}" dt="2026-04-20T00:40:10.465" v="845"/>
          <ac:spMkLst>
            <pc:docMk/>
            <pc:sldMk cId="756771909" sldId="264"/>
            <ac:spMk id="3" creationId="{94E11A96-E862-F24B-76FA-DB0FB473274E}"/>
          </ac:spMkLst>
        </pc:spChg>
        <pc:spChg chg="add del mod">
          <ac:chgData name="Kim Lanaghen" userId="a7090a3b-5b8b-47c3-b991-e9080f4560c3" providerId="ADAL" clId="{4E5BB680-6634-5FFF-B81C-A7D8AB1DC153}" dt="2026-04-20T01:28:21.613" v="1207"/>
          <ac:spMkLst>
            <pc:docMk/>
            <pc:sldMk cId="756771909" sldId="264"/>
            <ac:spMk id="5" creationId="{AB4FE220-B5CA-A005-757F-DAB2A1A8FEDB}"/>
          </ac:spMkLst>
        </pc:spChg>
        <pc:spChg chg="add mod">
          <ac:chgData name="Kim Lanaghen" userId="a7090a3b-5b8b-47c3-b991-e9080f4560c3" providerId="ADAL" clId="{4E5BB680-6634-5FFF-B81C-A7D8AB1DC153}" dt="2026-04-20T01:30:42.793" v="1518" actId="14100"/>
          <ac:spMkLst>
            <pc:docMk/>
            <pc:sldMk cId="756771909" sldId="264"/>
            <ac:spMk id="6" creationId="{F0FF703E-C141-BC5C-D454-7D6DDE53B7A8}"/>
          </ac:spMkLst>
        </pc:spChg>
        <pc:spChg chg="add del mod">
          <ac:chgData name="Kim Lanaghen" userId="a7090a3b-5b8b-47c3-b991-e9080f4560c3" providerId="ADAL" clId="{4E5BB680-6634-5FFF-B81C-A7D8AB1DC153}" dt="2026-04-20T01:30:28.906" v="1514"/>
          <ac:spMkLst>
            <pc:docMk/>
            <pc:sldMk cId="756771909" sldId="264"/>
            <ac:spMk id="8" creationId="{E4F40769-C30D-4698-32BD-4F46817F8406}"/>
          </ac:spMkLst>
        </pc:spChg>
        <pc:spChg chg="add del">
          <ac:chgData name="Kim Lanaghen" userId="a7090a3b-5b8b-47c3-b991-e9080f4560c3" providerId="ADAL" clId="{4E5BB680-6634-5FFF-B81C-A7D8AB1DC153}" dt="2026-04-20T01:33:22.261" v="1538"/>
          <ac:spMkLst>
            <pc:docMk/>
            <pc:sldMk cId="756771909" sldId="264"/>
            <ac:spMk id="11" creationId="{BF8BE9A2-8956-141B-BFE6-C607C93D8ACA}"/>
          </ac:spMkLst>
        </pc:spChg>
        <pc:picChg chg="add del mod">
          <ac:chgData name="Kim Lanaghen" userId="a7090a3b-5b8b-47c3-b991-e9080f4560c3" providerId="ADAL" clId="{4E5BB680-6634-5FFF-B81C-A7D8AB1DC153}" dt="2026-04-20T01:30:10.898" v="1513" actId="478"/>
          <ac:picMkLst>
            <pc:docMk/>
            <pc:sldMk cId="756771909" sldId="264"/>
            <ac:picMk id="4" creationId="{7499020F-63EE-9457-3C2C-AE7FF82651CB}"/>
          </ac:picMkLst>
        </pc:picChg>
        <pc:picChg chg="add mod">
          <ac:chgData name="Kim Lanaghen" userId="a7090a3b-5b8b-47c3-b991-e9080f4560c3" providerId="ADAL" clId="{4E5BB680-6634-5FFF-B81C-A7D8AB1DC153}" dt="2026-04-20T01:30:35.747" v="1517" actId="1076"/>
          <ac:picMkLst>
            <pc:docMk/>
            <pc:sldMk cId="756771909" sldId="264"/>
            <ac:picMk id="9" creationId="{048D062D-277D-8210-67B2-43D8E34E66C3}"/>
          </ac:picMkLst>
        </pc:picChg>
      </pc:sldChg>
      <pc:sldChg chg="addSp modSp new mod">
        <pc:chgData name="Kim Lanaghen" userId="a7090a3b-5b8b-47c3-b991-e9080f4560c3" providerId="ADAL" clId="{4E5BB680-6634-5FFF-B81C-A7D8AB1DC153}" dt="2026-04-20T01:33:24.983" v="1540"/>
        <pc:sldMkLst>
          <pc:docMk/>
          <pc:sldMk cId="2356455587" sldId="265"/>
        </pc:sldMkLst>
        <pc:spChg chg="mod">
          <ac:chgData name="Kim Lanaghen" userId="a7090a3b-5b8b-47c3-b991-e9080f4560c3" providerId="ADAL" clId="{4E5BB680-6634-5FFF-B81C-A7D8AB1DC153}" dt="2026-04-20T01:33:24.983" v="1540"/>
          <ac:spMkLst>
            <pc:docMk/>
            <pc:sldMk cId="2356455587" sldId="265"/>
            <ac:spMk id="2" creationId="{607F778C-1131-8A2B-402D-25B353D3B2AD}"/>
          </ac:spMkLst>
        </pc:spChg>
        <pc:picChg chg="add mod">
          <ac:chgData name="Kim Lanaghen" userId="a7090a3b-5b8b-47c3-b991-e9080f4560c3" providerId="ADAL" clId="{4E5BB680-6634-5FFF-B81C-A7D8AB1DC153}" dt="2026-04-20T01:31:47.563" v="1530" actId="1076"/>
          <ac:picMkLst>
            <pc:docMk/>
            <pc:sldMk cId="2356455587" sldId="265"/>
            <ac:picMk id="3" creationId="{611B6D4C-BE5D-CA06-F576-C96BC9A9FC89}"/>
          </ac:picMkLst>
        </pc:picChg>
        <pc:picChg chg="add mod">
          <ac:chgData name="Kim Lanaghen" userId="a7090a3b-5b8b-47c3-b991-e9080f4560c3" providerId="ADAL" clId="{4E5BB680-6634-5FFF-B81C-A7D8AB1DC153}" dt="2026-04-20T01:31:44.104" v="1529" actId="14100"/>
          <ac:picMkLst>
            <pc:docMk/>
            <pc:sldMk cId="2356455587" sldId="265"/>
            <ac:picMk id="4" creationId="{B9866AAD-3259-56D9-DB4A-3D2E21053EEA}"/>
          </ac:picMkLst>
        </pc:picChg>
      </pc:sldChg>
      <pc:sldChg chg="addSp modSp new mod setBg">
        <pc:chgData name="Kim Lanaghen" userId="a7090a3b-5b8b-47c3-b991-e9080f4560c3" providerId="ADAL" clId="{4E5BB680-6634-5FFF-B81C-A7D8AB1DC153}" dt="2026-04-20T19:28:46.496" v="2418" actId="1076"/>
        <pc:sldMkLst>
          <pc:docMk/>
          <pc:sldMk cId="928689834" sldId="266"/>
        </pc:sldMkLst>
        <pc:spChg chg="mod">
          <ac:chgData name="Kim Lanaghen" userId="a7090a3b-5b8b-47c3-b991-e9080f4560c3" providerId="ADAL" clId="{4E5BB680-6634-5FFF-B81C-A7D8AB1DC153}" dt="2026-04-20T19:28:46.496" v="2418" actId="1076"/>
          <ac:spMkLst>
            <pc:docMk/>
            <pc:sldMk cId="928689834" sldId="266"/>
            <ac:spMk id="2" creationId="{DFB74FAD-A2FF-3EB5-F93D-C593D78FF9C7}"/>
          </ac:spMkLst>
        </pc:spChg>
        <pc:spChg chg="add">
          <ac:chgData name="Kim Lanaghen" userId="a7090a3b-5b8b-47c3-b991-e9080f4560c3" providerId="ADAL" clId="{4E5BB680-6634-5FFF-B81C-A7D8AB1DC153}" dt="2026-04-20T19:25:45.565" v="2327" actId="26606"/>
          <ac:spMkLst>
            <pc:docMk/>
            <pc:sldMk cId="928689834" sldId="266"/>
            <ac:spMk id="8" creationId="{87B4472A-332B-71E5-8009-33841E7C3F0B}"/>
          </ac:spMkLst>
        </pc:spChg>
        <pc:picChg chg="add mod">
          <ac:chgData name="Kim Lanaghen" userId="a7090a3b-5b8b-47c3-b991-e9080f4560c3" providerId="ADAL" clId="{4E5BB680-6634-5FFF-B81C-A7D8AB1DC153}" dt="2026-04-20T19:26:47.761" v="2337" actId="1076"/>
          <ac:picMkLst>
            <pc:docMk/>
            <pc:sldMk cId="928689834" sldId="266"/>
            <ac:picMk id="3" creationId="{2449531B-D376-07F6-7645-5FA89B3161A8}"/>
          </ac:picMkLst>
        </pc:picChg>
        <pc:picChg chg="add mod">
          <ac:chgData name="Kim Lanaghen" userId="a7090a3b-5b8b-47c3-b991-e9080f4560c3" providerId="ADAL" clId="{4E5BB680-6634-5FFF-B81C-A7D8AB1DC153}" dt="2026-04-20T19:27:12.796" v="2348" actId="1076"/>
          <ac:picMkLst>
            <pc:docMk/>
            <pc:sldMk cId="928689834" sldId="266"/>
            <ac:picMk id="4" creationId="{EAA17975-A013-557B-38B2-E65C56209E6B}"/>
          </ac:picMkLst>
        </pc:picChg>
        <pc:picChg chg="add mod">
          <ac:chgData name="Kim Lanaghen" userId="a7090a3b-5b8b-47c3-b991-e9080f4560c3" providerId="ADAL" clId="{4E5BB680-6634-5FFF-B81C-A7D8AB1DC153}" dt="2026-04-20T19:27:25.710" v="2352" actId="1076"/>
          <ac:picMkLst>
            <pc:docMk/>
            <pc:sldMk cId="928689834" sldId="266"/>
            <ac:picMk id="5" creationId="{2BCC9E36-6D8B-188C-609C-1EC718214F58}"/>
          </ac:picMkLst>
        </pc:picChg>
        <pc:picChg chg="add mod">
          <ac:chgData name="Kim Lanaghen" userId="a7090a3b-5b8b-47c3-b991-e9080f4560c3" providerId="ADAL" clId="{4E5BB680-6634-5FFF-B81C-A7D8AB1DC153}" dt="2026-04-20T19:27:00.179" v="2339" actId="1076"/>
          <ac:picMkLst>
            <pc:docMk/>
            <pc:sldMk cId="928689834" sldId="266"/>
            <ac:picMk id="6" creationId="{6BFEAED9-412B-9934-3533-BFFD196E208C}"/>
          </ac:picMkLst>
        </pc:picChg>
      </pc:sldChg>
      <pc:sldChg chg="addSp delSp modSp new mod">
        <pc:chgData name="Kim Lanaghen" userId="a7090a3b-5b8b-47c3-b991-e9080f4560c3" providerId="ADAL" clId="{4E5BB680-6634-5FFF-B81C-A7D8AB1DC153}" dt="2026-04-20T19:24:47.752" v="2325" actId="1076"/>
        <pc:sldMkLst>
          <pc:docMk/>
          <pc:sldMk cId="1039228966" sldId="267"/>
        </pc:sldMkLst>
        <pc:spChg chg="mod">
          <ac:chgData name="Kim Lanaghen" userId="a7090a3b-5b8b-47c3-b991-e9080f4560c3" providerId="ADAL" clId="{4E5BB680-6634-5FFF-B81C-A7D8AB1DC153}" dt="2026-04-20T19:23:17.522" v="2222" actId="20577"/>
          <ac:spMkLst>
            <pc:docMk/>
            <pc:sldMk cId="1039228966" sldId="267"/>
            <ac:spMk id="2" creationId="{75CFC2E7-6632-FE1D-7423-7E83A37314F3}"/>
          </ac:spMkLst>
        </pc:spChg>
        <pc:spChg chg="del">
          <ac:chgData name="Kim Lanaghen" userId="a7090a3b-5b8b-47c3-b991-e9080f4560c3" providerId="ADAL" clId="{4E5BB680-6634-5FFF-B81C-A7D8AB1DC153}" dt="2026-04-20T19:08:57.088" v="2035"/>
          <ac:spMkLst>
            <pc:docMk/>
            <pc:sldMk cId="1039228966" sldId="267"/>
            <ac:spMk id="3" creationId="{DC350730-BB9F-DCC0-489F-E9C32CD05D3E}"/>
          </ac:spMkLst>
        </pc:spChg>
        <pc:spChg chg="add mod">
          <ac:chgData name="Kim Lanaghen" userId="a7090a3b-5b8b-47c3-b991-e9080f4560c3" providerId="ADAL" clId="{4E5BB680-6634-5FFF-B81C-A7D8AB1DC153}" dt="2026-04-20T19:24:47.752" v="2325" actId="1076"/>
          <ac:spMkLst>
            <pc:docMk/>
            <pc:sldMk cId="1039228966" sldId="267"/>
            <ac:spMk id="5" creationId="{51C54C5C-CEBD-0440-FFE1-792C97997409}"/>
          </ac:spMkLst>
        </pc:spChg>
        <pc:picChg chg="add mod">
          <ac:chgData name="Kim Lanaghen" userId="a7090a3b-5b8b-47c3-b991-e9080f4560c3" providerId="ADAL" clId="{4E5BB680-6634-5FFF-B81C-A7D8AB1DC153}" dt="2026-04-20T19:23:21.018" v="2223" actId="1076"/>
          <ac:picMkLst>
            <pc:docMk/>
            <pc:sldMk cId="1039228966" sldId="267"/>
            <ac:picMk id="4" creationId="{EE41DC45-AE76-7F26-B257-EA135BAF5208}"/>
          </ac:picMkLst>
        </pc:picChg>
      </pc:sldChg>
      <pc:sldChg chg="new del">
        <pc:chgData name="Kim Lanaghen" userId="a7090a3b-5b8b-47c3-b991-e9080f4560c3" providerId="ADAL" clId="{4E5BB680-6634-5FFF-B81C-A7D8AB1DC153}" dt="2026-04-20T18:57:52.129" v="1566" actId="2696"/>
        <pc:sldMkLst>
          <pc:docMk/>
          <pc:sldMk cId="1865730936" sldId="267"/>
        </pc:sldMkLst>
      </pc:sldChg>
      <pc:sldChg chg="new del">
        <pc:chgData name="Kim Lanaghen" userId="a7090a3b-5b8b-47c3-b991-e9080f4560c3" providerId="ADAL" clId="{4E5BB680-6634-5FFF-B81C-A7D8AB1DC153}" dt="2026-04-20T19:11:04.909" v="2041" actId="2696"/>
        <pc:sldMkLst>
          <pc:docMk/>
          <pc:sldMk cId="2191398446" sldId="268"/>
        </pc:sldMkLst>
      </pc:sldChg>
      <pc:sldChg chg="addSp delSp modSp new mod setBg">
        <pc:chgData name="Kim Lanaghen" userId="a7090a3b-5b8b-47c3-b991-e9080f4560c3" providerId="ADAL" clId="{4E5BB680-6634-5FFF-B81C-A7D8AB1DC153}" dt="2026-04-20T19:13:00.896" v="2062" actId="26606"/>
        <pc:sldMkLst>
          <pc:docMk/>
          <pc:sldMk cId="2960985296" sldId="268"/>
        </pc:sldMkLst>
        <pc:spChg chg="mod">
          <ac:chgData name="Kim Lanaghen" userId="a7090a3b-5b8b-47c3-b991-e9080f4560c3" providerId="ADAL" clId="{4E5BB680-6634-5FFF-B81C-A7D8AB1DC153}" dt="2026-04-20T19:13:00.896" v="2062" actId="26606"/>
          <ac:spMkLst>
            <pc:docMk/>
            <pc:sldMk cId="2960985296" sldId="268"/>
            <ac:spMk id="2" creationId="{33B5734B-74EF-F439-1251-EB5581F87E7C}"/>
          </ac:spMkLst>
        </pc:spChg>
        <pc:spChg chg="del">
          <ac:chgData name="Kim Lanaghen" userId="a7090a3b-5b8b-47c3-b991-e9080f4560c3" providerId="ADAL" clId="{4E5BB680-6634-5FFF-B81C-A7D8AB1DC153}" dt="2026-04-20T19:12:42.837" v="2059" actId="478"/>
          <ac:spMkLst>
            <pc:docMk/>
            <pc:sldMk cId="2960985296" sldId="268"/>
            <ac:spMk id="3" creationId="{9C8DB5B0-039A-B0BC-51FB-67A0ADB218B8}"/>
          </ac:spMkLst>
        </pc:spChg>
        <pc:spChg chg="add">
          <ac:chgData name="Kim Lanaghen" userId="a7090a3b-5b8b-47c3-b991-e9080f4560c3" providerId="ADAL" clId="{4E5BB680-6634-5FFF-B81C-A7D8AB1DC153}" dt="2026-04-20T19:13:00.896" v="2062" actId="26606"/>
          <ac:spMkLst>
            <pc:docMk/>
            <pc:sldMk cId="2960985296" sldId="268"/>
            <ac:spMk id="4103" creationId="{7A642772-2521-3FAB-B405-4D94682373D7}"/>
          </ac:spMkLst>
        </pc:spChg>
        <pc:picChg chg="add mod">
          <ac:chgData name="Kim Lanaghen" userId="a7090a3b-5b8b-47c3-b991-e9080f4560c3" providerId="ADAL" clId="{4E5BB680-6634-5FFF-B81C-A7D8AB1DC153}" dt="2026-04-20T19:13:00.896" v="2062" actId="26606"/>
          <ac:picMkLst>
            <pc:docMk/>
            <pc:sldMk cId="2960985296" sldId="268"/>
            <ac:picMk id="4098" creationId="{C531B7F7-8A92-E43A-9FCD-57792594B51D}"/>
          </ac:picMkLst>
        </pc:picChg>
      </pc:sldChg>
      <pc:sldChg chg="addSp delSp modSp new mod setBg">
        <pc:chgData name="Kim Lanaghen" userId="a7090a3b-5b8b-47c3-b991-e9080f4560c3" providerId="ADAL" clId="{4E5BB680-6634-5FFF-B81C-A7D8AB1DC153}" dt="2026-04-20T19:20:29.665" v="2159" actId="20577"/>
        <pc:sldMkLst>
          <pc:docMk/>
          <pc:sldMk cId="3199567099" sldId="269"/>
        </pc:sldMkLst>
        <pc:spChg chg="mod">
          <ac:chgData name="Kim Lanaghen" userId="a7090a3b-5b8b-47c3-b991-e9080f4560c3" providerId="ADAL" clId="{4E5BB680-6634-5FFF-B81C-A7D8AB1DC153}" dt="2026-04-20T19:20:13.921" v="2151" actId="26606"/>
          <ac:spMkLst>
            <pc:docMk/>
            <pc:sldMk cId="3199567099" sldId="269"/>
            <ac:spMk id="2" creationId="{2894CED8-3990-2AF9-0DC3-B210AB7B4335}"/>
          </ac:spMkLst>
        </pc:spChg>
        <pc:spChg chg="del">
          <ac:chgData name="Kim Lanaghen" userId="a7090a3b-5b8b-47c3-b991-e9080f4560c3" providerId="ADAL" clId="{4E5BB680-6634-5FFF-B81C-A7D8AB1DC153}" dt="2026-04-20T19:18:38.259" v="2090"/>
          <ac:spMkLst>
            <pc:docMk/>
            <pc:sldMk cId="3199567099" sldId="269"/>
            <ac:spMk id="3" creationId="{93186938-672A-9D93-B997-5234AACDEED7}"/>
          </ac:spMkLst>
        </pc:spChg>
        <pc:spChg chg="add del mod">
          <ac:chgData name="Kim Lanaghen" userId="a7090a3b-5b8b-47c3-b991-e9080f4560c3" providerId="ADAL" clId="{4E5BB680-6634-5FFF-B81C-A7D8AB1DC153}" dt="2026-04-20T19:19:42.496" v="2145"/>
          <ac:spMkLst>
            <pc:docMk/>
            <pc:sldMk cId="3199567099" sldId="269"/>
            <ac:spMk id="5" creationId="{8E7AE70C-F687-70E1-04E4-E007EA774A10}"/>
          </ac:spMkLst>
        </pc:spChg>
        <pc:spChg chg="add mod ord">
          <ac:chgData name="Kim Lanaghen" userId="a7090a3b-5b8b-47c3-b991-e9080f4560c3" providerId="ADAL" clId="{4E5BB680-6634-5FFF-B81C-A7D8AB1DC153}" dt="2026-04-20T19:20:29.665" v="2159" actId="20577"/>
          <ac:spMkLst>
            <pc:docMk/>
            <pc:sldMk cId="3199567099" sldId="269"/>
            <ac:spMk id="6" creationId="{7284A73F-578A-F3F4-42A0-F0D48A8FAF55}"/>
          </ac:spMkLst>
        </pc:spChg>
        <pc:spChg chg="add del">
          <ac:chgData name="Kim Lanaghen" userId="a7090a3b-5b8b-47c3-b991-e9080f4560c3" providerId="ADAL" clId="{4E5BB680-6634-5FFF-B81C-A7D8AB1DC153}" dt="2026-04-20T19:20:13.921" v="2151" actId="26606"/>
          <ac:spMkLst>
            <pc:docMk/>
            <pc:sldMk cId="3199567099" sldId="269"/>
            <ac:spMk id="11" creationId="{CBB0869A-0BE5-B3E9-F73D-2F3691E4D932}"/>
          </ac:spMkLst>
        </pc:spChg>
        <pc:spChg chg="add">
          <ac:chgData name="Kim Lanaghen" userId="a7090a3b-5b8b-47c3-b991-e9080f4560c3" providerId="ADAL" clId="{4E5BB680-6634-5FFF-B81C-A7D8AB1DC153}" dt="2026-04-20T19:20:13.921" v="2151" actId="26606"/>
          <ac:spMkLst>
            <pc:docMk/>
            <pc:sldMk cId="3199567099" sldId="269"/>
            <ac:spMk id="16" creationId="{8207B083-EAC0-A5BB-C369-C9589EC7F2F0}"/>
          </ac:spMkLst>
        </pc:spChg>
        <pc:picChg chg="add mod ord">
          <ac:chgData name="Kim Lanaghen" userId="a7090a3b-5b8b-47c3-b991-e9080f4560c3" providerId="ADAL" clId="{4E5BB680-6634-5FFF-B81C-A7D8AB1DC153}" dt="2026-04-20T19:20:13.921" v="2151" actId="26606"/>
          <ac:picMkLst>
            <pc:docMk/>
            <pc:sldMk cId="3199567099" sldId="269"/>
            <ac:picMk id="4" creationId="{D2B784A1-6D01-F3AE-BA12-334B350A827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9E5626-44C4-4324-A421-D70BB0A925B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BE0DD42-0457-42DC-8BEC-676F9FE833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USGS NWIS REST API — monthly lake surface elevation at Saltair Boat Harbor (1950–2024) </a:t>
          </a:r>
          <a:endParaRPr lang="en-US" sz="2000"/>
        </a:p>
      </dgm:t>
    </dgm:pt>
    <dgm:pt modelId="{D3AE1C88-A94E-4CD1-A8F3-49ED6EFC8AF7}" type="parTrans" cxnId="{C64E0A95-0609-473E-B38D-A6BC38D07D19}">
      <dgm:prSet/>
      <dgm:spPr/>
      <dgm:t>
        <a:bodyPr/>
        <a:lstStyle/>
        <a:p>
          <a:endParaRPr lang="en-US"/>
        </a:p>
      </dgm:t>
    </dgm:pt>
    <dgm:pt modelId="{62D8C5B7-C0BA-4884-9E83-D057F8DFE995}" type="sibTrans" cxnId="{C64E0A95-0609-473E-B38D-A6BC38D07D19}">
      <dgm:prSet/>
      <dgm:spPr/>
      <dgm:t>
        <a:bodyPr/>
        <a:lstStyle/>
        <a:p>
          <a:endParaRPr lang="en-US"/>
        </a:p>
      </dgm:t>
    </dgm:pt>
    <dgm:pt modelId="{8A297AB5-FDF9-41A3-BB8C-EBF5AD73034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NOAA CDO REST API — monthly precipitation data from SLC Airport station (1950–2024) </a:t>
          </a:r>
          <a:endParaRPr lang="en-US" sz="2000"/>
        </a:p>
      </dgm:t>
    </dgm:pt>
    <dgm:pt modelId="{94833853-AB8D-4E49-9D69-03A689863B5D}" type="parTrans" cxnId="{5D1455C9-3BB5-450C-A525-4477F3DCE307}">
      <dgm:prSet/>
      <dgm:spPr/>
      <dgm:t>
        <a:bodyPr/>
        <a:lstStyle/>
        <a:p>
          <a:endParaRPr lang="en-US"/>
        </a:p>
      </dgm:t>
    </dgm:pt>
    <dgm:pt modelId="{92C742C8-4C49-4A76-8792-ED9BF3CA7070}" type="sibTrans" cxnId="{5D1455C9-3BB5-450C-A525-4477F3DCE307}">
      <dgm:prSet/>
      <dgm:spPr/>
      <dgm:t>
        <a:bodyPr/>
        <a:lstStyle/>
        <a:p>
          <a:endParaRPr lang="en-US"/>
        </a:p>
      </dgm:t>
    </dgm:pt>
    <dgm:pt modelId="{423D3C37-E260-4BD6-9FE6-E5AA52FB5C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NRCS SNOTEL network — historical snow water equivalent data (1989–2026) </a:t>
          </a:r>
          <a:endParaRPr lang="en-US" sz="2000"/>
        </a:p>
      </dgm:t>
    </dgm:pt>
    <dgm:pt modelId="{8B7D0955-6E60-405C-8BAF-D6230A792DB2}" type="parTrans" cxnId="{1E8C3634-AADF-4B82-90EF-C23E66C37B20}">
      <dgm:prSet/>
      <dgm:spPr/>
      <dgm:t>
        <a:bodyPr/>
        <a:lstStyle/>
        <a:p>
          <a:endParaRPr lang="en-US"/>
        </a:p>
      </dgm:t>
    </dgm:pt>
    <dgm:pt modelId="{ED211930-0AFA-4E75-BE4C-3989672FA4AF}" type="sibTrans" cxnId="{1E8C3634-AADF-4B82-90EF-C23E66C37B20}">
      <dgm:prSet/>
      <dgm:spPr/>
      <dgm:t>
        <a:bodyPr/>
        <a:lstStyle/>
        <a:p>
          <a:endParaRPr lang="en-US"/>
        </a:p>
      </dgm:t>
    </dgm:pt>
    <dgm:pt modelId="{CD560569-9313-4808-A01F-93926CCB64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USGS GSL </a:t>
          </a:r>
          <a:r>
            <a:rPr lang="en-US" sz="2000" b="0" i="0" baseline="0" err="1"/>
            <a:t>Hydromapper</a:t>
          </a:r>
          <a:r>
            <a:rPr lang="en-US" sz="2000" b="0" i="0" baseline="0"/>
            <a:t> — major tributary inflow: Bear (57%), Weber (20%), Jordan (16%) </a:t>
          </a:r>
          <a:endParaRPr lang="en-US" sz="2000"/>
        </a:p>
      </dgm:t>
    </dgm:pt>
    <dgm:pt modelId="{C6087893-B227-4709-B854-1E16045809DC}" type="parTrans" cxnId="{B0C116B8-9455-468A-AAD4-BF40C3B80D99}">
      <dgm:prSet/>
      <dgm:spPr/>
      <dgm:t>
        <a:bodyPr/>
        <a:lstStyle/>
        <a:p>
          <a:endParaRPr lang="en-US"/>
        </a:p>
      </dgm:t>
    </dgm:pt>
    <dgm:pt modelId="{F4E9D623-44BA-4089-9564-79F68DF6EE4F}" type="sibTrans" cxnId="{B0C116B8-9455-468A-AAD4-BF40C3B80D99}">
      <dgm:prSet/>
      <dgm:spPr/>
      <dgm:t>
        <a:bodyPr/>
        <a:lstStyle/>
        <a:p>
          <a:endParaRPr lang="en-US"/>
        </a:p>
      </dgm:t>
    </dgm:pt>
    <dgm:pt modelId="{72E0C43B-96BA-49A6-A1F5-1B10805F5C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USGS Science Data Catalog — GSL Elevation-Area-Volume tables for evaporation modeling </a:t>
          </a:r>
          <a:endParaRPr lang="en-US" sz="2000"/>
        </a:p>
      </dgm:t>
    </dgm:pt>
    <dgm:pt modelId="{9DF55ED0-B168-4DB6-8790-6426E4678C40}" type="parTrans" cxnId="{FB6ABD91-3A1F-45CB-8981-E9F5F0A12E46}">
      <dgm:prSet/>
      <dgm:spPr/>
      <dgm:t>
        <a:bodyPr/>
        <a:lstStyle/>
        <a:p>
          <a:endParaRPr lang="en-US"/>
        </a:p>
      </dgm:t>
    </dgm:pt>
    <dgm:pt modelId="{BF6FA9BB-C323-418B-B6A3-90C12DD0B1A1}" type="sibTrans" cxnId="{FB6ABD91-3A1F-45CB-8981-E9F5F0A12E46}">
      <dgm:prSet/>
      <dgm:spPr/>
      <dgm:t>
        <a:bodyPr/>
        <a:lstStyle/>
        <a:p>
          <a:endParaRPr lang="en-US"/>
        </a:p>
      </dgm:t>
    </dgm:pt>
    <dgm:pt modelId="{5B800E5B-77C2-4A7A-AF0E-C71E92DA56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All sources are federal/public domain; data combined into a single monthly </a:t>
          </a:r>
          <a:r>
            <a:rPr lang="en-US" sz="2000" b="0" i="0" baseline="0" err="1"/>
            <a:t>dataframe</a:t>
          </a:r>
          <a:endParaRPr lang="en-US" sz="2000"/>
        </a:p>
      </dgm:t>
    </dgm:pt>
    <dgm:pt modelId="{53B99CAE-DE7D-4BCF-AD3A-C9C27301A3D6}" type="parTrans" cxnId="{6CBCA854-0397-4836-8385-393C22BB9C1D}">
      <dgm:prSet/>
      <dgm:spPr/>
      <dgm:t>
        <a:bodyPr/>
        <a:lstStyle/>
        <a:p>
          <a:endParaRPr lang="en-US"/>
        </a:p>
      </dgm:t>
    </dgm:pt>
    <dgm:pt modelId="{B2AF0354-0C4F-462E-89CC-8B33B39E8BF8}" type="sibTrans" cxnId="{6CBCA854-0397-4836-8385-393C22BB9C1D}">
      <dgm:prSet/>
      <dgm:spPr/>
      <dgm:t>
        <a:bodyPr/>
        <a:lstStyle/>
        <a:p>
          <a:endParaRPr lang="en-US"/>
        </a:p>
      </dgm:t>
    </dgm:pt>
    <dgm:pt modelId="{D1B04DAF-EAFF-7E46-9D23-737990EAD637}" type="pres">
      <dgm:prSet presAssocID="{5F9E5626-44C4-4324-A421-D70BB0A925BF}" presName="vert0" presStyleCnt="0">
        <dgm:presLayoutVars>
          <dgm:dir/>
          <dgm:animOne val="branch"/>
          <dgm:animLvl val="lvl"/>
        </dgm:presLayoutVars>
      </dgm:prSet>
      <dgm:spPr/>
    </dgm:pt>
    <dgm:pt modelId="{EF92A7CC-283A-E24A-AC4C-B710208016FF}" type="pres">
      <dgm:prSet presAssocID="{ABE0DD42-0457-42DC-8BEC-676F9FE833B5}" presName="thickLine" presStyleLbl="alignNode1" presStyleIdx="0" presStyleCnt="6"/>
      <dgm:spPr/>
    </dgm:pt>
    <dgm:pt modelId="{0E3382CA-A49E-8948-A2F6-654BADBE23C0}" type="pres">
      <dgm:prSet presAssocID="{ABE0DD42-0457-42DC-8BEC-676F9FE833B5}" presName="horz1" presStyleCnt="0"/>
      <dgm:spPr/>
    </dgm:pt>
    <dgm:pt modelId="{F0004916-A584-0843-8476-370B0DF359CF}" type="pres">
      <dgm:prSet presAssocID="{ABE0DD42-0457-42DC-8BEC-676F9FE833B5}" presName="tx1" presStyleLbl="revTx" presStyleIdx="0" presStyleCnt="6"/>
      <dgm:spPr/>
    </dgm:pt>
    <dgm:pt modelId="{47757236-214F-B346-8BCA-24388ACE1B04}" type="pres">
      <dgm:prSet presAssocID="{ABE0DD42-0457-42DC-8BEC-676F9FE833B5}" presName="vert1" presStyleCnt="0"/>
      <dgm:spPr/>
    </dgm:pt>
    <dgm:pt modelId="{9F4C8CCC-F944-7442-8B0F-3722D1297411}" type="pres">
      <dgm:prSet presAssocID="{8A297AB5-FDF9-41A3-BB8C-EBF5AD73034A}" presName="thickLine" presStyleLbl="alignNode1" presStyleIdx="1" presStyleCnt="6"/>
      <dgm:spPr/>
    </dgm:pt>
    <dgm:pt modelId="{BBA55375-EC5F-594C-A13E-86E67A1B596B}" type="pres">
      <dgm:prSet presAssocID="{8A297AB5-FDF9-41A3-BB8C-EBF5AD73034A}" presName="horz1" presStyleCnt="0"/>
      <dgm:spPr/>
    </dgm:pt>
    <dgm:pt modelId="{B3A13FCF-2F22-6D4E-AA6F-BE2DB1CEAF65}" type="pres">
      <dgm:prSet presAssocID="{8A297AB5-FDF9-41A3-BB8C-EBF5AD73034A}" presName="tx1" presStyleLbl="revTx" presStyleIdx="1" presStyleCnt="6"/>
      <dgm:spPr/>
    </dgm:pt>
    <dgm:pt modelId="{4DD40231-D8AE-5849-BB52-BFA2D10B3274}" type="pres">
      <dgm:prSet presAssocID="{8A297AB5-FDF9-41A3-BB8C-EBF5AD73034A}" presName="vert1" presStyleCnt="0"/>
      <dgm:spPr/>
    </dgm:pt>
    <dgm:pt modelId="{D3D23377-A552-EE47-AB84-7D34BE2C1ACD}" type="pres">
      <dgm:prSet presAssocID="{423D3C37-E260-4BD6-9FE6-E5AA52FB5C2E}" presName="thickLine" presStyleLbl="alignNode1" presStyleIdx="2" presStyleCnt="6"/>
      <dgm:spPr/>
    </dgm:pt>
    <dgm:pt modelId="{60A750F4-7B8E-7543-84A1-27DAF36E4011}" type="pres">
      <dgm:prSet presAssocID="{423D3C37-E260-4BD6-9FE6-E5AA52FB5C2E}" presName="horz1" presStyleCnt="0"/>
      <dgm:spPr/>
    </dgm:pt>
    <dgm:pt modelId="{14A5FD40-9473-284C-A666-81E0EA0860AB}" type="pres">
      <dgm:prSet presAssocID="{423D3C37-E260-4BD6-9FE6-E5AA52FB5C2E}" presName="tx1" presStyleLbl="revTx" presStyleIdx="2" presStyleCnt="6"/>
      <dgm:spPr/>
    </dgm:pt>
    <dgm:pt modelId="{5B73BC0B-7603-724C-BA26-CFB403A261EA}" type="pres">
      <dgm:prSet presAssocID="{423D3C37-E260-4BD6-9FE6-E5AA52FB5C2E}" presName="vert1" presStyleCnt="0"/>
      <dgm:spPr/>
    </dgm:pt>
    <dgm:pt modelId="{F9630A76-1ECE-4D4D-9377-2A5111E00F71}" type="pres">
      <dgm:prSet presAssocID="{CD560569-9313-4808-A01F-93926CCB64AE}" presName="thickLine" presStyleLbl="alignNode1" presStyleIdx="3" presStyleCnt="6"/>
      <dgm:spPr/>
    </dgm:pt>
    <dgm:pt modelId="{2A1D8CA6-2412-1A40-B603-7187EFE17B54}" type="pres">
      <dgm:prSet presAssocID="{CD560569-9313-4808-A01F-93926CCB64AE}" presName="horz1" presStyleCnt="0"/>
      <dgm:spPr/>
    </dgm:pt>
    <dgm:pt modelId="{40430734-6819-AE48-8D6E-4CE339ACC63C}" type="pres">
      <dgm:prSet presAssocID="{CD560569-9313-4808-A01F-93926CCB64AE}" presName="tx1" presStyleLbl="revTx" presStyleIdx="3" presStyleCnt="6"/>
      <dgm:spPr/>
    </dgm:pt>
    <dgm:pt modelId="{B80FA6BA-BB3F-454F-AD2A-EA7DC739BB6B}" type="pres">
      <dgm:prSet presAssocID="{CD560569-9313-4808-A01F-93926CCB64AE}" presName="vert1" presStyleCnt="0"/>
      <dgm:spPr/>
    </dgm:pt>
    <dgm:pt modelId="{58693960-694A-7A41-9A53-D669EAE77EC1}" type="pres">
      <dgm:prSet presAssocID="{72E0C43B-96BA-49A6-A1F5-1B10805F5C3A}" presName="thickLine" presStyleLbl="alignNode1" presStyleIdx="4" presStyleCnt="6"/>
      <dgm:spPr/>
    </dgm:pt>
    <dgm:pt modelId="{21EC839D-6A75-0247-AAB2-DFAF743B2E89}" type="pres">
      <dgm:prSet presAssocID="{72E0C43B-96BA-49A6-A1F5-1B10805F5C3A}" presName="horz1" presStyleCnt="0"/>
      <dgm:spPr/>
    </dgm:pt>
    <dgm:pt modelId="{AF7C3BC8-350C-5C4F-8E1F-C80CBB677C4E}" type="pres">
      <dgm:prSet presAssocID="{72E0C43B-96BA-49A6-A1F5-1B10805F5C3A}" presName="tx1" presStyleLbl="revTx" presStyleIdx="4" presStyleCnt="6"/>
      <dgm:spPr/>
    </dgm:pt>
    <dgm:pt modelId="{79E79279-0A36-C64F-ABD6-E3BC16C2EAA4}" type="pres">
      <dgm:prSet presAssocID="{72E0C43B-96BA-49A6-A1F5-1B10805F5C3A}" presName="vert1" presStyleCnt="0"/>
      <dgm:spPr/>
    </dgm:pt>
    <dgm:pt modelId="{D30B0D16-A4A8-6341-BB43-DFB47ECBAA0C}" type="pres">
      <dgm:prSet presAssocID="{5B800E5B-77C2-4A7A-AF0E-C71E92DA56A7}" presName="thickLine" presStyleLbl="alignNode1" presStyleIdx="5" presStyleCnt="6"/>
      <dgm:spPr/>
    </dgm:pt>
    <dgm:pt modelId="{86961171-FE0D-A943-98C6-8F2E8F4FFEEA}" type="pres">
      <dgm:prSet presAssocID="{5B800E5B-77C2-4A7A-AF0E-C71E92DA56A7}" presName="horz1" presStyleCnt="0"/>
      <dgm:spPr/>
    </dgm:pt>
    <dgm:pt modelId="{D609F36B-D1D0-304F-A160-94A79B26EF96}" type="pres">
      <dgm:prSet presAssocID="{5B800E5B-77C2-4A7A-AF0E-C71E92DA56A7}" presName="tx1" presStyleLbl="revTx" presStyleIdx="5" presStyleCnt="6"/>
      <dgm:spPr/>
    </dgm:pt>
    <dgm:pt modelId="{A93FDD79-8F39-9741-9994-E423D8E1F68B}" type="pres">
      <dgm:prSet presAssocID="{5B800E5B-77C2-4A7A-AF0E-C71E92DA56A7}" presName="vert1" presStyleCnt="0"/>
      <dgm:spPr/>
    </dgm:pt>
  </dgm:ptLst>
  <dgm:cxnLst>
    <dgm:cxn modelId="{0EB16C03-B7CE-FF45-889B-6A964E430790}" type="presOf" srcId="{423D3C37-E260-4BD6-9FE6-E5AA52FB5C2E}" destId="{14A5FD40-9473-284C-A666-81E0EA0860AB}" srcOrd="0" destOrd="0" presId="urn:microsoft.com/office/officeart/2008/layout/LinedList"/>
    <dgm:cxn modelId="{1E8C3634-AADF-4B82-90EF-C23E66C37B20}" srcId="{5F9E5626-44C4-4324-A421-D70BB0A925BF}" destId="{423D3C37-E260-4BD6-9FE6-E5AA52FB5C2E}" srcOrd="2" destOrd="0" parTransId="{8B7D0955-6E60-405C-8BAF-D6230A792DB2}" sibTransId="{ED211930-0AFA-4E75-BE4C-3989672FA4AF}"/>
    <dgm:cxn modelId="{1D543F36-4F4D-C94F-9445-8650BBB6485A}" type="presOf" srcId="{8A297AB5-FDF9-41A3-BB8C-EBF5AD73034A}" destId="{B3A13FCF-2F22-6D4E-AA6F-BE2DB1CEAF65}" srcOrd="0" destOrd="0" presId="urn:microsoft.com/office/officeart/2008/layout/LinedList"/>
    <dgm:cxn modelId="{6CBCA854-0397-4836-8385-393C22BB9C1D}" srcId="{5F9E5626-44C4-4324-A421-D70BB0A925BF}" destId="{5B800E5B-77C2-4A7A-AF0E-C71E92DA56A7}" srcOrd="5" destOrd="0" parTransId="{53B99CAE-DE7D-4BCF-AD3A-C9C27301A3D6}" sibTransId="{B2AF0354-0C4F-462E-89CC-8B33B39E8BF8}"/>
    <dgm:cxn modelId="{54E25870-E2DA-4A47-9D04-5B53A1E9E76A}" type="presOf" srcId="{CD560569-9313-4808-A01F-93926CCB64AE}" destId="{40430734-6819-AE48-8D6E-4CE339ACC63C}" srcOrd="0" destOrd="0" presId="urn:microsoft.com/office/officeart/2008/layout/LinedList"/>
    <dgm:cxn modelId="{FB6ABD91-3A1F-45CB-8981-E9F5F0A12E46}" srcId="{5F9E5626-44C4-4324-A421-D70BB0A925BF}" destId="{72E0C43B-96BA-49A6-A1F5-1B10805F5C3A}" srcOrd="4" destOrd="0" parTransId="{9DF55ED0-B168-4DB6-8790-6426E4678C40}" sibTransId="{BF6FA9BB-C323-418B-B6A3-90C12DD0B1A1}"/>
    <dgm:cxn modelId="{C64E0A95-0609-473E-B38D-A6BC38D07D19}" srcId="{5F9E5626-44C4-4324-A421-D70BB0A925BF}" destId="{ABE0DD42-0457-42DC-8BEC-676F9FE833B5}" srcOrd="0" destOrd="0" parTransId="{D3AE1C88-A94E-4CD1-A8F3-49ED6EFC8AF7}" sibTransId="{62D8C5B7-C0BA-4884-9E83-D057F8DFE995}"/>
    <dgm:cxn modelId="{782376AB-658E-DC46-BCCB-14DB4A8FA50A}" type="presOf" srcId="{5B800E5B-77C2-4A7A-AF0E-C71E92DA56A7}" destId="{D609F36B-D1D0-304F-A160-94A79B26EF96}" srcOrd="0" destOrd="0" presId="urn:microsoft.com/office/officeart/2008/layout/LinedList"/>
    <dgm:cxn modelId="{B0C116B8-9455-468A-AAD4-BF40C3B80D99}" srcId="{5F9E5626-44C4-4324-A421-D70BB0A925BF}" destId="{CD560569-9313-4808-A01F-93926CCB64AE}" srcOrd="3" destOrd="0" parTransId="{C6087893-B227-4709-B854-1E16045809DC}" sibTransId="{F4E9D623-44BA-4089-9564-79F68DF6EE4F}"/>
    <dgm:cxn modelId="{5F18C0C5-18E6-DE49-BA02-24D99C1C4321}" type="presOf" srcId="{ABE0DD42-0457-42DC-8BEC-676F9FE833B5}" destId="{F0004916-A584-0843-8476-370B0DF359CF}" srcOrd="0" destOrd="0" presId="urn:microsoft.com/office/officeart/2008/layout/LinedList"/>
    <dgm:cxn modelId="{5D1455C9-3BB5-450C-A525-4477F3DCE307}" srcId="{5F9E5626-44C4-4324-A421-D70BB0A925BF}" destId="{8A297AB5-FDF9-41A3-BB8C-EBF5AD73034A}" srcOrd="1" destOrd="0" parTransId="{94833853-AB8D-4E49-9D69-03A689863B5D}" sibTransId="{92C742C8-4C49-4A76-8792-ED9BF3CA7070}"/>
    <dgm:cxn modelId="{664697DE-5829-454A-AD76-7FD638D329DD}" type="presOf" srcId="{5F9E5626-44C4-4324-A421-D70BB0A925BF}" destId="{D1B04DAF-EAFF-7E46-9D23-737990EAD637}" srcOrd="0" destOrd="0" presId="urn:microsoft.com/office/officeart/2008/layout/LinedList"/>
    <dgm:cxn modelId="{07D4A4E9-7714-E64A-A7EF-60D7E333477E}" type="presOf" srcId="{72E0C43B-96BA-49A6-A1F5-1B10805F5C3A}" destId="{AF7C3BC8-350C-5C4F-8E1F-C80CBB677C4E}" srcOrd="0" destOrd="0" presId="urn:microsoft.com/office/officeart/2008/layout/LinedList"/>
    <dgm:cxn modelId="{EA2184F5-D9E9-9349-8C4A-5453D5AC87AF}" type="presParOf" srcId="{D1B04DAF-EAFF-7E46-9D23-737990EAD637}" destId="{EF92A7CC-283A-E24A-AC4C-B710208016FF}" srcOrd="0" destOrd="0" presId="urn:microsoft.com/office/officeart/2008/layout/LinedList"/>
    <dgm:cxn modelId="{904229F3-9364-3245-9832-9AF5BEBC47D2}" type="presParOf" srcId="{D1B04DAF-EAFF-7E46-9D23-737990EAD637}" destId="{0E3382CA-A49E-8948-A2F6-654BADBE23C0}" srcOrd="1" destOrd="0" presId="urn:microsoft.com/office/officeart/2008/layout/LinedList"/>
    <dgm:cxn modelId="{D6D2261A-AEA4-5A43-BE31-58ADF709A40C}" type="presParOf" srcId="{0E3382CA-A49E-8948-A2F6-654BADBE23C0}" destId="{F0004916-A584-0843-8476-370B0DF359CF}" srcOrd="0" destOrd="0" presId="urn:microsoft.com/office/officeart/2008/layout/LinedList"/>
    <dgm:cxn modelId="{3A9E6162-E5AF-B541-B4AF-94B7C278872D}" type="presParOf" srcId="{0E3382CA-A49E-8948-A2F6-654BADBE23C0}" destId="{47757236-214F-B346-8BCA-24388ACE1B04}" srcOrd="1" destOrd="0" presId="urn:microsoft.com/office/officeart/2008/layout/LinedList"/>
    <dgm:cxn modelId="{B1BFBD21-9AE0-774D-BCE8-0B07F2CB0234}" type="presParOf" srcId="{D1B04DAF-EAFF-7E46-9D23-737990EAD637}" destId="{9F4C8CCC-F944-7442-8B0F-3722D1297411}" srcOrd="2" destOrd="0" presId="urn:microsoft.com/office/officeart/2008/layout/LinedList"/>
    <dgm:cxn modelId="{AC4DE5DE-8983-D340-B9E0-71B98401E8D4}" type="presParOf" srcId="{D1B04DAF-EAFF-7E46-9D23-737990EAD637}" destId="{BBA55375-EC5F-594C-A13E-86E67A1B596B}" srcOrd="3" destOrd="0" presId="urn:microsoft.com/office/officeart/2008/layout/LinedList"/>
    <dgm:cxn modelId="{51BD3EB9-5C51-DA49-AC10-899D99115DDA}" type="presParOf" srcId="{BBA55375-EC5F-594C-A13E-86E67A1B596B}" destId="{B3A13FCF-2F22-6D4E-AA6F-BE2DB1CEAF65}" srcOrd="0" destOrd="0" presId="urn:microsoft.com/office/officeart/2008/layout/LinedList"/>
    <dgm:cxn modelId="{13C77671-6A82-A446-9AD6-088EAB0B3042}" type="presParOf" srcId="{BBA55375-EC5F-594C-A13E-86E67A1B596B}" destId="{4DD40231-D8AE-5849-BB52-BFA2D10B3274}" srcOrd="1" destOrd="0" presId="urn:microsoft.com/office/officeart/2008/layout/LinedList"/>
    <dgm:cxn modelId="{2D6FF48D-D228-4544-98A2-DE492ADAF640}" type="presParOf" srcId="{D1B04DAF-EAFF-7E46-9D23-737990EAD637}" destId="{D3D23377-A552-EE47-AB84-7D34BE2C1ACD}" srcOrd="4" destOrd="0" presId="urn:microsoft.com/office/officeart/2008/layout/LinedList"/>
    <dgm:cxn modelId="{4BA5484F-151C-F649-A8F3-BB4F4BB30E66}" type="presParOf" srcId="{D1B04DAF-EAFF-7E46-9D23-737990EAD637}" destId="{60A750F4-7B8E-7543-84A1-27DAF36E4011}" srcOrd="5" destOrd="0" presId="urn:microsoft.com/office/officeart/2008/layout/LinedList"/>
    <dgm:cxn modelId="{22656B91-83C4-EB47-BA26-B780953FAE90}" type="presParOf" srcId="{60A750F4-7B8E-7543-84A1-27DAF36E4011}" destId="{14A5FD40-9473-284C-A666-81E0EA0860AB}" srcOrd="0" destOrd="0" presId="urn:microsoft.com/office/officeart/2008/layout/LinedList"/>
    <dgm:cxn modelId="{ACBEC273-DAFA-BD44-9FD5-7427D6DD3E72}" type="presParOf" srcId="{60A750F4-7B8E-7543-84A1-27DAF36E4011}" destId="{5B73BC0B-7603-724C-BA26-CFB403A261EA}" srcOrd="1" destOrd="0" presId="urn:microsoft.com/office/officeart/2008/layout/LinedList"/>
    <dgm:cxn modelId="{5500624A-D512-3E47-9305-0A20582FDE9D}" type="presParOf" srcId="{D1B04DAF-EAFF-7E46-9D23-737990EAD637}" destId="{F9630A76-1ECE-4D4D-9377-2A5111E00F71}" srcOrd="6" destOrd="0" presId="urn:microsoft.com/office/officeart/2008/layout/LinedList"/>
    <dgm:cxn modelId="{AE125332-F6EB-4240-9F14-436C0A43CA15}" type="presParOf" srcId="{D1B04DAF-EAFF-7E46-9D23-737990EAD637}" destId="{2A1D8CA6-2412-1A40-B603-7187EFE17B54}" srcOrd="7" destOrd="0" presId="urn:microsoft.com/office/officeart/2008/layout/LinedList"/>
    <dgm:cxn modelId="{86397D49-C74D-0447-82DB-0248AAD05B63}" type="presParOf" srcId="{2A1D8CA6-2412-1A40-B603-7187EFE17B54}" destId="{40430734-6819-AE48-8D6E-4CE339ACC63C}" srcOrd="0" destOrd="0" presId="urn:microsoft.com/office/officeart/2008/layout/LinedList"/>
    <dgm:cxn modelId="{05CEC6E2-8ABB-5845-94D8-E41940D0D932}" type="presParOf" srcId="{2A1D8CA6-2412-1A40-B603-7187EFE17B54}" destId="{B80FA6BA-BB3F-454F-AD2A-EA7DC739BB6B}" srcOrd="1" destOrd="0" presId="urn:microsoft.com/office/officeart/2008/layout/LinedList"/>
    <dgm:cxn modelId="{69B88D26-90C7-FB4D-955E-4588109EEDBB}" type="presParOf" srcId="{D1B04DAF-EAFF-7E46-9D23-737990EAD637}" destId="{58693960-694A-7A41-9A53-D669EAE77EC1}" srcOrd="8" destOrd="0" presId="urn:microsoft.com/office/officeart/2008/layout/LinedList"/>
    <dgm:cxn modelId="{62BD3BE1-8ABD-A444-8671-79BD81029632}" type="presParOf" srcId="{D1B04DAF-EAFF-7E46-9D23-737990EAD637}" destId="{21EC839D-6A75-0247-AAB2-DFAF743B2E89}" srcOrd="9" destOrd="0" presId="urn:microsoft.com/office/officeart/2008/layout/LinedList"/>
    <dgm:cxn modelId="{5E161094-11E3-4F49-83FA-0EA8F60206EC}" type="presParOf" srcId="{21EC839D-6A75-0247-AAB2-DFAF743B2E89}" destId="{AF7C3BC8-350C-5C4F-8E1F-C80CBB677C4E}" srcOrd="0" destOrd="0" presId="urn:microsoft.com/office/officeart/2008/layout/LinedList"/>
    <dgm:cxn modelId="{78A07DB6-4A8F-E44D-926C-0B6D263ACF6C}" type="presParOf" srcId="{21EC839D-6A75-0247-AAB2-DFAF743B2E89}" destId="{79E79279-0A36-C64F-ABD6-E3BC16C2EAA4}" srcOrd="1" destOrd="0" presId="urn:microsoft.com/office/officeart/2008/layout/LinedList"/>
    <dgm:cxn modelId="{B6BC7FB0-7041-B04B-B7DD-26174F87859E}" type="presParOf" srcId="{D1B04DAF-EAFF-7E46-9D23-737990EAD637}" destId="{D30B0D16-A4A8-6341-BB43-DFB47ECBAA0C}" srcOrd="10" destOrd="0" presId="urn:microsoft.com/office/officeart/2008/layout/LinedList"/>
    <dgm:cxn modelId="{19201626-BE4F-B34D-AE02-99811ABDCCF0}" type="presParOf" srcId="{D1B04DAF-EAFF-7E46-9D23-737990EAD637}" destId="{86961171-FE0D-A943-98C6-8F2E8F4FFEEA}" srcOrd="11" destOrd="0" presId="urn:microsoft.com/office/officeart/2008/layout/LinedList"/>
    <dgm:cxn modelId="{1E758809-456C-DB4C-BB9C-98CD59C8DBE2}" type="presParOf" srcId="{86961171-FE0D-A943-98C6-8F2E8F4FFEEA}" destId="{D609F36B-D1D0-304F-A160-94A79B26EF96}" srcOrd="0" destOrd="0" presId="urn:microsoft.com/office/officeart/2008/layout/LinedList"/>
    <dgm:cxn modelId="{37709813-4E53-494F-BB65-76710E30E11D}" type="presParOf" srcId="{86961171-FE0D-A943-98C6-8F2E8F4FFEEA}" destId="{A93FDD79-8F39-9741-9994-E423D8E1F68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2A7CC-283A-E24A-AC4C-B710208016FF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04916-A584-0843-8476-370B0DF359CF}">
      <dsp:nvSpPr>
        <dsp:cNvPr id="0" name=""/>
        <dsp:cNvSpPr/>
      </dsp:nvSpPr>
      <dsp:spPr>
        <a:xfrm>
          <a:off x="0" y="2825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USGS NWIS REST API — monthly lake surface elevation at Saltair Boat Harbor (1950–2024) </a:t>
          </a:r>
          <a:endParaRPr lang="en-US" sz="2000" kern="1200"/>
        </a:p>
      </dsp:txBody>
      <dsp:txXfrm>
        <a:off x="0" y="2825"/>
        <a:ext cx="6949440" cy="963497"/>
      </dsp:txXfrm>
    </dsp:sp>
    <dsp:sp modelId="{9F4C8CCC-F944-7442-8B0F-3722D1297411}">
      <dsp:nvSpPr>
        <dsp:cNvPr id="0" name=""/>
        <dsp:cNvSpPr/>
      </dsp:nvSpPr>
      <dsp:spPr>
        <a:xfrm>
          <a:off x="0" y="966323"/>
          <a:ext cx="6949440" cy="0"/>
        </a:xfrm>
        <a:prstGeom prst="line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accent2">
              <a:hueOff val="-208266"/>
              <a:satOff val="-4326"/>
              <a:lumOff val="-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13FCF-2F22-6D4E-AA6F-BE2DB1CEAF65}">
      <dsp:nvSpPr>
        <dsp:cNvPr id="0" name=""/>
        <dsp:cNvSpPr/>
      </dsp:nvSpPr>
      <dsp:spPr>
        <a:xfrm>
          <a:off x="0" y="966323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NOAA CDO REST API — monthly precipitation data from SLC Airport station (1950–2024) </a:t>
          </a:r>
          <a:endParaRPr lang="en-US" sz="2000" kern="1200"/>
        </a:p>
      </dsp:txBody>
      <dsp:txXfrm>
        <a:off x="0" y="966323"/>
        <a:ext cx="6949440" cy="963497"/>
      </dsp:txXfrm>
    </dsp:sp>
    <dsp:sp modelId="{D3D23377-A552-EE47-AB84-7D34BE2C1ACD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accent2">
              <a:hueOff val="-416532"/>
              <a:satOff val="-8652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5FD40-9473-284C-A666-81E0EA0860AB}">
      <dsp:nvSpPr>
        <dsp:cNvPr id="0" name=""/>
        <dsp:cNvSpPr/>
      </dsp:nvSpPr>
      <dsp:spPr>
        <a:xfrm>
          <a:off x="0" y="1929821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NRCS SNOTEL network — historical snow water equivalent data (1989–2026) </a:t>
          </a:r>
          <a:endParaRPr lang="en-US" sz="2000" kern="1200"/>
        </a:p>
      </dsp:txBody>
      <dsp:txXfrm>
        <a:off x="0" y="1929821"/>
        <a:ext cx="6949440" cy="963497"/>
      </dsp:txXfrm>
    </dsp:sp>
    <dsp:sp modelId="{F9630A76-1ECE-4D4D-9377-2A5111E00F71}">
      <dsp:nvSpPr>
        <dsp:cNvPr id="0" name=""/>
        <dsp:cNvSpPr/>
      </dsp:nvSpPr>
      <dsp:spPr>
        <a:xfrm>
          <a:off x="0" y="2893319"/>
          <a:ext cx="6949440" cy="0"/>
        </a:xfrm>
        <a:prstGeom prst="line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accent2">
              <a:hueOff val="-624797"/>
              <a:satOff val="-1297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30734-6819-AE48-8D6E-4CE339ACC63C}">
      <dsp:nvSpPr>
        <dsp:cNvPr id="0" name=""/>
        <dsp:cNvSpPr/>
      </dsp:nvSpPr>
      <dsp:spPr>
        <a:xfrm>
          <a:off x="0" y="2893318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USGS GSL </a:t>
          </a:r>
          <a:r>
            <a:rPr lang="en-US" sz="2000" b="0" i="0" kern="1200" baseline="0" err="1"/>
            <a:t>Hydromapper</a:t>
          </a:r>
          <a:r>
            <a:rPr lang="en-US" sz="2000" b="0" i="0" kern="1200" baseline="0"/>
            <a:t> — major tributary inflow: Bear (57%), Weber (20%), Jordan (16%) </a:t>
          </a:r>
          <a:endParaRPr lang="en-US" sz="2000" kern="1200"/>
        </a:p>
      </dsp:txBody>
      <dsp:txXfrm>
        <a:off x="0" y="2893318"/>
        <a:ext cx="6949440" cy="963497"/>
      </dsp:txXfrm>
    </dsp:sp>
    <dsp:sp modelId="{58693960-694A-7A41-9A53-D669EAE77EC1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accent2">
              <a:hueOff val="-833063"/>
              <a:satOff val="-17305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C3BC8-350C-5C4F-8E1F-C80CBB677C4E}">
      <dsp:nvSpPr>
        <dsp:cNvPr id="0" name=""/>
        <dsp:cNvSpPr/>
      </dsp:nvSpPr>
      <dsp:spPr>
        <a:xfrm>
          <a:off x="0" y="3856816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USGS Science Data Catalog — GSL Elevation-Area-Volume tables for evaporation modeling </a:t>
          </a:r>
          <a:endParaRPr lang="en-US" sz="2000" kern="1200"/>
        </a:p>
      </dsp:txBody>
      <dsp:txXfrm>
        <a:off x="0" y="3856816"/>
        <a:ext cx="6949440" cy="963497"/>
      </dsp:txXfrm>
    </dsp:sp>
    <dsp:sp modelId="{D30B0D16-A4A8-6341-BB43-DFB47ECBAA0C}">
      <dsp:nvSpPr>
        <dsp:cNvPr id="0" name=""/>
        <dsp:cNvSpPr/>
      </dsp:nvSpPr>
      <dsp:spPr>
        <a:xfrm>
          <a:off x="0" y="4820314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9F36B-D1D0-304F-A160-94A79B26EF96}">
      <dsp:nvSpPr>
        <dsp:cNvPr id="0" name=""/>
        <dsp:cNvSpPr/>
      </dsp:nvSpPr>
      <dsp:spPr>
        <a:xfrm>
          <a:off x="0" y="4820314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All sources are federal/public domain; data combined into a single monthly </a:t>
          </a:r>
          <a:r>
            <a:rPr lang="en-US" sz="2000" b="0" i="0" kern="1200" baseline="0" err="1"/>
            <a:t>dataframe</a:t>
          </a:r>
          <a:endParaRPr lang="en-US" sz="2000" kern="1200"/>
        </a:p>
      </dsp:txBody>
      <dsp:txXfrm>
        <a:off x="0" y="4820314"/>
        <a:ext cx="6949440" cy="963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69152-D71C-D64C-B65A-13E075A5ECE6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E6C17-1AFE-144F-9DDF-F9EF8CF6E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85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E6C17-1AFE-144F-9DDF-F9EF8CF6EA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8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5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8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4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0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4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7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6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0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4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rwshea/4779242415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t.wikipedia.org/wiki/Suur_Soolaj%C3%A4rv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at Salt Lake Sunrise | The Great Salt Lake is the remnant… | Flickr">
            <a:extLst>
              <a:ext uri="{FF2B5EF4-FFF2-40B4-BE49-F238E27FC236}">
                <a16:creationId xmlns:a16="http://schemas.microsoft.com/office/drawing/2014/main" id="{A94F361F-4538-3DD7-EF97-6E5C05368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02" r="37540" b="304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9CCB33-7B7F-A89A-8E8D-40D385528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n-US" sz="4200" b="1">
                <a:solidFill>
                  <a:srgbClr val="FFFFFF"/>
                </a:solidFill>
              </a:rPr>
              <a:t>Beyond praying for rain: Quantifying natural recovery outcomes for the Great Salt Lake</a:t>
            </a:r>
            <a:endParaRPr lang="en-US" sz="4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C9701-2FB0-BC73-EB56-86D927240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</a:rPr>
              <a:t>Mason Buckman, Lindsey McGuire, Clara Garcia, Kim Lanaghen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38F5E-18A8-541B-0F13-CDED7C0E5948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flickr.com/photos/rwshea/4779242415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80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133F-3309-3B1C-F9E9-1ABDA460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Background and Motivation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0A2085-FFFA-30B3-DF6F-69922C4FE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8533" y="2214282"/>
            <a:ext cx="5916169" cy="40950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Great Salt Lake has experienced a prolonged decline in water levels, reaching historic lows in recent years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As water levels decrease, salinity rises — disrupting ecosystems and industries tied to the lake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Shrinking lakebed exposes toxic dust and sediments, threatening surrounding communities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Public discourse has centered on "praying for rain" — but does natural precipitation actually move the needle? 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project investigates whether historical precipitation and snowpack patterns can predict lake level outcomes</a:t>
            </a:r>
          </a:p>
        </p:txBody>
      </p:sp>
      <p:pic>
        <p:nvPicPr>
          <p:cNvPr id="7" name="Picture 6" descr="Snow patterns">
            <a:extLst>
              <a:ext uri="{FF2B5EF4-FFF2-40B4-BE49-F238E27FC236}">
                <a16:creationId xmlns:a16="http://schemas.microsoft.com/office/drawing/2014/main" id="{3D379527-DE5D-41AD-6ADF-4C5DEEA78B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0" r="31827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4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EA62-1B68-E147-4683-67E6DCCE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and Analysis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289EB-B72D-8457-CC86-A9D53106D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/>
              <a:t>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9A899-D146-ABCA-17F9-B0A849EBD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/>
                <a:cs typeface="Arial"/>
              </a:rPr>
              <a:t>What years look similar to one another using climate predictors and </a:t>
            </a:r>
            <a:r>
              <a:rPr lang="en-US" altLang="en-US" err="1">
                <a:latin typeface="Arial"/>
                <a:cs typeface="Arial"/>
              </a:rPr>
              <a:t>KMeans</a:t>
            </a:r>
            <a:r>
              <a:rPr lang="en-US" altLang="en-US">
                <a:latin typeface="Arial"/>
                <a:cs typeface="Arial"/>
              </a:rPr>
              <a:t> clustering?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Are there strong features that correlate to one another or to lake levels?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Can we model future lake outcomes using k-NN sample bootstrapping? 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6E234-D146-81DA-8566-45A144B3F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u="sng"/>
              <a:t>Analysis Methods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43877-CF2F-B275-9A72-BA829E1C6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386893"/>
            <a:ext cx="5183189" cy="3765089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Yearly vectors built from all features, </a:t>
            </a:r>
            <a:r>
              <a:rPr lang="en-US" altLang="en-US" err="1">
                <a:latin typeface="Arial" panose="020B0604020202020204" pitchFamily="34" charset="0"/>
              </a:rPr>
              <a:t>KMeans</a:t>
            </a:r>
            <a:r>
              <a:rPr lang="en-US" altLang="en-US">
                <a:latin typeface="Arial" panose="020B0604020202020204" pitchFamily="34" charset="0"/>
              </a:rPr>
              <a:t> clustering, PCA for visualization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k-NN analog bootstrapping (inspired by Lall &amp; Sharma) — 100 simulations projecting 15 years of lake elevations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Simulation result: slight average elevation increase projected, but unlikely to reach lowest healthy level without reducing human impacts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0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DACE-FBFE-EBB9-722C-38BF60B2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Data Sourcing and Acquisition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41080C4-E94F-3A45-96FA-031BB4342A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94300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034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5A97-5FF3-0DEB-BDA7-435B9727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17936"/>
            <a:ext cx="7016129" cy="1527048"/>
          </a:xfrm>
        </p:spPr>
        <p:txBody>
          <a:bodyPr anchor="b">
            <a:normAutofit/>
          </a:bodyPr>
          <a:lstStyle/>
          <a:p>
            <a:r>
              <a:rPr lang="en-US"/>
              <a:t>Preliminary Analysis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488D2F06-8CE7-46A4-54F5-EA68EB7C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01147"/>
            <a:ext cx="5090886" cy="4096512"/>
          </a:xfrm>
        </p:spPr>
        <p:txBody>
          <a:bodyPr>
            <a:normAutofit/>
          </a:bodyPr>
          <a:lstStyle/>
          <a:p>
            <a:r>
              <a:rPr lang="en-US" sz="1800"/>
              <a:t>We can see clearly the impact that flooding in the 1980s had on lake levels.</a:t>
            </a:r>
          </a:p>
          <a:p>
            <a:r>
              <a:rPr lang="en-US" sz="1800"/>
              <a:t>After taking a dive in the early 2000s, lake levels have fluctuated but have not returned to baseline healthy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46FA2-04D1-5F1C-AFC6-681C9B360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373" y="540327"/>
            <a:ext cx="5090886" cy="3309076"/>
          </a:xfrm>
          <a:prstGeom prst="rect">
            <a:avLst/>
          </a:prstGeom>
          <a:ln>
            <a:noFill/>
          </a:ln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8AF396-A777-08A2-7B03-17DB36766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504" y="4145018"/>
            <a:ext cx="5984337" cy="2109478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D85A83-5BB0-FAA7-46DB-7DBF87EB5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59" y="4145017"/>
            <a:ext cx="5306867" cy="21094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087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74FAD-A2FF-3EB5-F93D-C593D78F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02" y="2843432"/>
            <a:ext cx="3348297" cy="11263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/>
              <a:t>Monthly metrics for each feature and scatter plot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9531B-D376-07F6-7645-5FA89B316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41" y="986416"/>
            <a:ext cx="4714185" cy="4885167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A17975-A013-557B-38B2-E65C56209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1" y="332824"/>
            <a:ext cx="3348296" cy="1842739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C9E36-6D8B-188C-609C-1EC718214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99" y="2508387"/>
            <a:ext cx="3348297" cy="1796461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FEAED9-412B-9934-3533-BFFD196E2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800" y="4639149"/>
            <a:ext cx="3348297" cy="179646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868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FFAB-6150-F4AB-FCD6-E6CCA9AB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04" y="264197"/>
            <a:ext cx="4916424" cy="1353312"/>
          </a:xfrm>
        </p:spPr>
        <p:txBody>
          <a:bodyPr anchor="b">
            <a:normAutofit/>
          </a:bodyPr>
          <a:lstStyle/>
          <a:p>
            <a:r>
              <a:rPr lang="en-US"/>
              <a:t>Elbow Plots and VIF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DBAD89-6D3B-5AEA-9E69-4CFD8F0CF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45" y="1881706"/>
            <a:ext cx="4916424" cy="4083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    Pre-Clustering analysis</a:t>
            </a:r>
          </a:p>
          <a:p>
            <a:pPr lvl="1"/>
            <a:r>
              <a:rPr lang="en-US"/>
              <a:t>Checking for optimal K</a:t>
            </a:r>
          </a:p>
          <a:p>
            <a:pPr lvl="1"/>
            <a:r>
              <a:rPr lang="en-US"/>
              <a:t>Checking for multicollinearity to prevent overfitting of our model</a:t>
            </a:r>
          </a:p>
          <a:p>
            <a:pPr marL="228600" lvl="1" indent="0">
              <a:buNone/>
            </a:pPr>
            <a:endParaRPr lang="en-US"/>
          </a:p>
          <a:p>
            <a:pPr marL="228600" lvl="1" indent="0">
              <a:buNone/>
            </a:pPr>
            <a:r>
              <a:rPr lang="en-US"/>
              <a:t>Results</a:t>
            </a:r>
          </a:p>
          <a:p>
            <a:pPr lvl="1"/>
            <a:r>
              <a:rPr lang="en-US"/>
              <a:t>No multicollinearity flags</a:t>
            </a:r>
          </a:p>
          <a:p>
            <a:pPr lvl="1"/>
            <a:r>
              <a:rPr lang="en-US"/>
              <a:t>Optimal k not obvious, but usable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Non-snow: k = 4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Snowpack: k = 3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82330-2090-D6AF-9568-666C7425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432" y="879885"/>
            <a:ext cx="5360497" cy="2439024"/>
          </a:xfrm>
          <a:prstGeom prst="rect">
            <a:avLst/>
          </a:prstGeom>
          <a:ln>
            <a:noFill/>
          </a:ln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4D3082-A0B5-ED87-5523-A10E99D11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706" y="3790393"/>
            <a:ext cx="6919223" cy="24390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323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778C-1131-8A2B-402D-25B353D3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33" y="522810"/>
            <a:ext cx="10653578" cy="7964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err="1"/>
              <a:t>KMeans</a:t>
            </a:r>
            <a:r>
              <a:rPr lang="en-US"/>
              <a:t> Clustering and PCA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B6D4C-BE5D-CA06-F576-C96BC9A9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37" y="1397557"/>
            <a:ext cx="5440136" cy="4062886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866AAD-3259-56D9-DB4A-3D2E21053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15" y="1397556"/>
            <a:ext cx="5440134" cy="4062885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23ACD0-D559-5E8F-42B4-44D4C6D3A379}"/>
              </a:ext>
            </a:extLst>
          </p:cNvPr>
          <p:cNvSpPr txBox="1"/>
          <p:nvPr/>
        </p:nvSpPr>
        <p:spPr>
          <a:xfrm>
            <a:off x="723254" y="5547101"/>
            <a:ext cx="110425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Clustering performed on 48- and 60- dimensional yearly vectors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Compressed to two principal components for visualization (~37% variance lost, still valuable)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Demonstrates clustering of wet/dry/transition years</a:t>
            </a:r>
          </a:p>
        </p:txBody>
      </p:sp>
    </p:spTree>
    <p:extLst>
      <p:ext uri="{BB962C8B-B14F-4D97-AF65-F5344CB8AC3E}">
        <p14:creationId xmlns:p14="http://schemas.microsoft.com/office/powerpoint/2010/main" val="235645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C2E7-6632-FE1D-7423-7E83A373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 of Precipitation vs Lake Elevation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41DC45-AE76-7F26-B257-EA135BAF5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9993" y="1114769"/>
            <a:ext cx="6118888" cy="489263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C54C5C-CEBD-0440-FFE1-792C97997409}"/>
              </a:ext>
            </a:extLst>
          </p:cNvPr>
          <p:cNvSpPr txBox="1"/>
          <p:nvPr/>
        </p:nvSpPr>
        <p:spPr>
          <a:xfrm>
            <a:off x="1617466" y="6220763"/>
            <a:ext cx="8957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Confirms that Precipitation cannot be the only factor that influences lake </a:t>
            </a:r>
            <a:r>
              <a:rPr lang="en-US" err="1"/>
              <a:t>elevaiton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8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4CED8-3990-2AF9-0DC3-B210AB7B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Multiple Linear Regression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B784A1-6D01-F3AE-BA12-334B350A8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678" y="2441274"/>
            <a:ext cx="5173647" cy="2742032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4A73F-578A-F3F4-42A0-F0D48A8FAF55}"/>
              </a:ext>
            </a:extLst>
          </p:cNvPr>
          <p:cNvSpPr txBox="1"/>
          <p:nvPr/>
        </p:nvSpPr>
        <p:spPr>
          <a:xfrm>
            <a:off x="6096000" y="2441273"/>
            <a:ext cx="5385816" cy="38179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fit the model adding one feature at a time 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m=1: inflow only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m=2: inflow + </a:t>
            </a:r>
            <a:r>
              <a:rPr lang="en-US" err="1"/>
              <a:t>precip</a:t>
            </a: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m=3: inflow + </a:t>
            </a:r>
            <a:r>
              <a:rPr lang="en-US" err="1"/>
              <a:t>precip</a:t>
            </a:r>
            <a:r>
              <a:rPr lang="en-US"/>
              <a:t> + evaporation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Shows us how much each variable improves the model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6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38CA-6C67-68C3-78A2-5CB7570E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K-NN Predictor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8D062D-277D-8210-67B2-43D8E34E6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552" y="405184"/>
            <a:ext cx="9337562" cy="429749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FF703E-C141-BC5C-D454-7D6DDE53B7A8}"/>
              </a:ext>
            </a:extLst>
          </p:cNvPr>
          <p:cNvSpPr txBox="1"/>
          <p:nvPr/>
        </p:nvSpPr>
        <p:spPr>
          <a:xfrm>
            <a:off x="4586515" y="4837132"/>
            <a:ext cx="7186386" cy="1615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Ran 100 simulations of what lake levels might look like in the next 10 years using four predictors.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Lake levels will not likely return to healthy levels, and lake elevation will level out at about 4196 ft above sea level</a:t>
            </a:r>
          </a:p>
        </p:txBody>
      </p:sp>
    </p:spTree>
    <p:extLst>
      <p:ext uri="{BB962C8B-B14F-4D97-AF65-F5344CB8AC3E}">
        <p14:creationId xmlns:p14="http://schemas.microsoft.com/office/powerpoint/2010/main" val="75677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E2D12-431A-5FB4-5FB7-1682100C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/>
              <a:t>Results</a:t>
            </a:r>
          </a:p>
        </p:txBody>
      </p:sp>
      <p:pic>
        <p:nvPicPr>
          <p:cNvPr id="6" name="Picture 5" descr="Suur Soolajärv - Vikipeedia, vaba entsüklopeedia">
            <a:extLst>
              <a:ext uri="{FF2B5EF4-FFF2-40B4-BE49-F238E27FC236}">
                <a16:creationId xmlns:a16="http://schemas.microsoft.com/office/drawing/2014/main" id="{D42C017B-DC9D-0DDC-2DFD-622A239E1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606" r="5319" b="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EB5B-0A47-8FC9-7542-2A3E2D48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/>
              <a:t>PCA: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n-US" sz="1700"/>
              <a:t>No obvious trends in years that are clustered together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n-US" sz="1700"/>
              <a:t>1984 and 1986 are outliers</a:t>
            </a:r>
          </a:p>
          <a:p>
            <a:pPr>
              <a:lnSpc>
                <a:spcPct val="110000"/>
              </a:lnSpc>
              <a:buFontTx/>
              <a:buChar char="-"/>
            </a:pP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k-NN: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n-US" sz="1700"/>
              <a:t>Lake levels will likely not return to healthy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n-US" sz="1700"/>
              <a:t>Because iterated over historical data, we future predictions are confined to the bounds of each predictor used. </a:t>
            </a:r>
          </a:p>
          <a:p>
            <a:pPr>
              <a:lnSpc>
                <a:spcPct val="110000"/>
              </a:lnSpc>
              <a:buFontTx/>
              <a:buChar char="-"/>
            </a:pPr>
            <a:endParaRPr lang="en-US" sz="1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672EF-1386-E84A-0CA5-5C491081E35F}"/>
              </a:ext>
            </a:extLst>
          </p:cNvPr>
          <p:cNvSpPr txBox="1"/>
          <p:nvPr/>
        </p:nvSpPr>
        <p:spPr>
          <a:xfrm>
            <a:off x="3713667" y="6657945"/>
            <a:ext cx="265970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et.wikipedia.org/wiki/Suur_Soolaj%C3%A4rv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29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A642772-2521-3FAB-B405-4D946823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5734B-74EF-F439-1251-EB5581F87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747" y="1548606"/>
            <a:ext cx="3473179" cy="2241755"/>
          </a:xfrm>
        </p:spPr>
        <p:txBody>
          <a:bodyPr>
            <a:normAutofit/>
          </a:bodyPr>
          <a:lstStyle/>
          <a:p>
            <a:pPr algn="l"/>
            <a:r>
              <a:rPr lang="en-US"/>
              <a:t>THANK YOU</a:t>
            </a:r>
          </a:p>
        </p:txBody>
      </p:sp>
      <p:pic>
        <p:nvPicPr>
          <p:cNvPr id="4098" name="Picture 2" descr="Utah governor Spencer Cox declares weekend of prayer for rain - The  Washington Post">
            <a:extLst>
              <a:ext uri="{FF2B5EF4-FFF2-40B4-BE49-F238E27FC236}">
                <a16:creationId xmlns:a16="http://schemas.microsoft.com/office/drawing/2014/main" id="{C531B7F7-8A92-E43A-9FCD-57792594B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073" y="666809"/>
            <a:ext cx="7365843" cy="5524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8529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601</Words>
  <Application>Microsoft Macintosh PowerPoint</Application>
  <PresentationFormat>Widescreen</PresentationFormat>
  <Paragraphs>71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Wingdings</vt:lpstr>
      <vt:lpstr>VanillaVTI</vt:lpstr>
      <vt:lpstr>Beyond praying for rain: Quantifying natural recovery outcomes for the Great Salt Lake</vt:lpstr>
      <vt:lpstr>Background and Motivation</vt:lpstr>
      <vt:lpstr>Questions and Analysis Methods</vt:lpstr>
      <vt:lpstr>Data Sourcing and Acquisition</vt:lpstr>
      <vt:lpstr>Preliminary Analysis</vt:lpstr>
      <vt:lpstr>Monthly metrics for each feature and scatter plot matrix</vt:lpstr>
      <vt:lpstr>Elbow Plots and VIF</vt:lpstr>
      <vt:lpstr>KMeans Clustering and PCA</vt:lpstr>
      <vt:lpstr>Scatter Plot of Precipitation vs Lake Elevation</vt:lpstr>
      <vt:lpstr>Multiple Linear Regression</vt:lpstr>
      <vt:lpstr>K-NN Predictor 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Lanaghen</dc:creator>
  <cp:lastModifiedBy>Kim Lanaghen</cp:lastModifiedBy>
  <cp:revision>1</cp:revision>
  <dcterms:created xsi:type="dcterms:W3CDTF">2026-04-19T19:26:08Z</dcterms:created>
  <dcterms:modified xsi:type="dcterms:W3CDTF">2026-04-21T01:36:00Z</dcterms:modified>
</cp:coreProperties>
</file>